
<file path=[Content_Types].xml><?xml version="1.0" encoding="utf-8"?>
<Types xmlns="http://schemas.openxmlformats.org/package/2006/content-types">
  <Default Extension="fntdata" ContentType="application/x-fontdata"/>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 id="2147483895" r:id="rId2"/>
  </p:sldMasterIdLst>
  <p:notesMasterIdLst>
    <p:notesMasterId r:id="rId26"/>
  </p:notesMasterIdLst>
  <p:sldIdLst>
    <p:sldId id="256" r:id="rId3"/>
    <p:sldId id="257" r:id="rId4"/>
    <p:sldId id="392" r:id="rId5"/>
    <p:sldId id="258" r:id="rId6"/>
    <p:sldId id="407" r:id="rId7"/>
    <p:sldId id="284" r:id="rId8"/>
    <p:sldId id="398" r:id="rId9"/>
    <p:sldId id="401" r:id="rId10"/>
    <p:sldId id="263" r:id="rId11"/>
    <p:sldId id="389" r:id="rId12"/>
    <p:sldId id="393" r:id="rId13"/>
    <p:sldId id="394" r:id="rId14"/>
    <p:sldId id="395" r:id="rId15"/>
    <p:sldId id="405" r:id="rId16"/>
    <p:sldId id="403" r:id="rId17"/>
    <p:sldId id="391" r:id="rId18"/>
    <p:sldId id="400" r:id="rId19"/>
    <p:sldId id="402" r:id="rId20"/>
    <p:sldId id="404" r:id="rId21"/>
    <p:sldId id="406" r:id="rId22"/>
    <p:sldId id="408" r:id="rId23"/>
    <p:sldId id="264" r:id="rId24"/>
    <p:sldId id="278" r:id="rId25"/>
  </p:sldIdLst>
  <p:sldSz cx="9144000" cy="5143500" type="screen16x9"/>
  <p:notesSz cx="6858000" cy="9144000"/>
  <p:embeddedFontLst>
    <p:embeddedFont>
      <p:font typeface="Barlow Light" panose="00000400000000000000" pitchFamily="2" charset="0"/>
      <p:regular r:id="rId27"/>
      <p:italic r:id="rId28"/>
    </p:embeddedFont>
    <p:embeddedFont>
      <p:font typeface="Garamond" panose="02020404030301010803" pitchFamily="18" charset="0"/>
      <p:regular r:id="rId29"/>
      <p:bold r:id="rId30"/>
      <p:italic r:id="rId31"/>
    </p:embeddedFont>
    <p:embeddedFont>
      <p:font typeface="Titillium Web" panose="00000500000000000000" pitchFamily="2"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53397F6-E528-4765-A35E-CAC842A671D5}">
  <a:tblStyle styleId="{653397F6-E528-4765-A35E-CAC842A671D5}"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91" autoAdjust="0"/>
    <p:restoredTop sz="94660"/>
  </p:normalViewPr>
  <p:slideViewPr>
    <p:cSldViewPr>
      <p:cViewPr varScale="1">
        <p:scale>
          <a:sx n="107" d="100"/>
          <a:sy n="107" d="100"/>
        </p:scale>
        <p:origin x="893" y="9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9"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font" Target="fonts/font8.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7.fntdata"/><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6.fntdata"/><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2.fntdata"/><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5.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ami Ur Rahman Mohammed" userId="7100175a18881142" providerId="LiveId" clId="{046BE806-2A23-4961-94F6-0F121852AC03}"/>
    <pc:docChg chg="undo redo custSel addSld delSld modSld modMainMaster">
      <pc:chgData name="Aman Sami Ur Rahman Mohammed" userId="7100175a18881142" providerId="LiveId" clId="{046BE806-2A23-4961-94F6-0F121852AC03}" dt="2024-11-18T15:48:37.202" v="418" actId="1076"/>
      <pc:docMkLst>
        <pc:docMk/>
      </pc:docMkLst>
      <pc:sldChg chg="modSp mod">
        <pc:chgData name="Aman Sami Ur Rahman Mohammed" userId="7100175a18881142" providerId="LiveId" clId="{046BE806-2A23-4961-94F6-0F121852AC03}" dt="2024-11-17T10:21:10.370" v="310" actId="20577"/>
        <pc:sldMkLst>
          <pc:docMk/>
          <pc:sldMk cId="0" sldId="256"/>
        </pc:sldMkLst>
        <pc:spChg chg="mod">
          <ac:chgData name="Aman Sami Ur Rahman Mohammed" userId="7100175a18881142" providerId="LiveId" clId="{046BE806-2A23-4961-94F6-0F121852AC03}" dt="2024-11-17T10:21:10.370" v="310" actId="20577"/>
          <ac:spMkLst>
            <pc:docMk/>
            <pc:sldMk cId="0" sldId="256"/>
            <ac:spMk id="54" creationId="{00000000-0000-0000-0000-000000000000}"/>
          </ac:spMkLst>
        </pc:spChg>
      </pc:sldChg>
      <pc:sldChg chg="addSp delSp modSp mod delAnim">
        <pc:chgData name="Aman Sami Ur Rahman Mohammed" userId="7100175a18881142" providerId="LiveId" clId="{046BE806-2A23-4961-94F6-0F121852AC03}" dt="2024-11-18T15:48:37.202" v="418" actId="1076"/>
        <pc:sldMkLst>
          <pc:docMk/>
          <pc:sldMk cId="0" sldId="257"/>
        </pc:sldMkLst>
        <pc:spChg chg="mod">
          <ac:chgData name="Aman Sami Ur Rahman Mohammed" userId="7100175a18881142" providerId="LiveId" clId="{046BE806-2A23-4961-94F6-0F121852AC03}" dt="2024-11-18T15:48:31.690" v="417" actId="1076"/>
          <ac:spMkLst>
            <pc:docMk/>
            <pc:sldMk cId="0" sldId="257"/>
            <ac:spMk id="2" creationId="{00000000-0000-0000-0000-000000000000}"/>
          </ac:spMkLst>
        </pc:spChg>
        <pc:spChg chg="mod">
          <ac:chgData name="Aman Sami Ur Rahman Mohammed" userId="7100175a18881142" providerId="LiveId" clId="{046BE806-2A23-4961-94F6-0F121852AC03}" dt="2024-11-17T10:17:12.662" v="139" actId="1076"/>
          <ac:spMkLst>
            <pc:docMk/>
            <pc:sldMk cId="0" sldId="257"/>
            <ac:spMk id="640" creationId="{00000000-0000-0000-0000-000000000000}"/>
          </ac:spMkLst>
        </pc:spChg>
        <pc:spChg chg="mod">
          <ac:chgData name="Aman Sami Ur Rahman Mohammed" userId="7100175a18881142" providerId="LiveId" clId="{046BE806-2A23-4961-94F6-0F121852AC03}" dt="2024-11-17T10:18:32.096" v="186" actId="113"/>
          <ac:spMkLst>
            <pc:docMk/>
            <pc:sldMk cId="0" sldId="257"/>
            <ac:spMk id="641" creationId="{00000000-0000-0000-0000-000000000000}"/>
          </ac:spMkLst>
        </pc:spChg>
        <pc:spChg chg="mod">
          <ac:chgData name="Aman Sami Ur Rahman Mohammed" userId="7100175a18881142" providerId="LiveId" clId="{046BE806-2A23-4961-94F6-0F121852AC03}" dt="2024-11-17T10:19:34.278" v="243" actId="14100"/>
          <ac:spMkLst>
            <pc:docMk/>
            <pc:sldMk cId="0" sldId="257"/>
            <ac:spMk id="655" creationId="{00000000-0000-0000-0000-000000000000}"/>
          </ac:spMkLst>
        </pc:spChg>
        <pc:spChg chg="mod">
          <ac:chgData name="Aman Sami Ur Rahman Mohammed" userId="7100175a18881142" providerId="LiveId" clId="{046BE806-2A23-4961-94F6-0F121852AC03}" dt="2024-11-17T10:19:57.932" v="247" actId="14100"/>
          <ac:spMkLst>
            <pc:docMk/>
            <pc:sldMk cId="0" sldId="257"/>
            <ac:spMk id="656" creationId="{00000000-0000-0000-0000-000000000000}"/>
          </ac:spMkLst>
        </pc:spChg>
        <pc:spChg chg="mod">
          <ac:chgData name="Aman Sami Ur Rahman Mohammed" userId="7100175a18881142" providerId="LiveId" clId="{046BE806-2A23-4961-94F6-0F121852AC03}" dt="2024-11-17T10:20:45.327" v="285" actId="14100"/>
          <ac:spMkLst>
            <pc:docMk/>
            <pc:sldMk cId="0" sldId="257"/>
            <ac:spMk id="657" creationId="{00000000-0000-0000-0000-000000000000}"/>
          </ac:spMkLst>
        </pc:spChg>
        <pc:spChg chg="mod">
          <ac:chgData name="Aman Sami Ur Rahman Mohammed" userId="7100175a18881142" providerId="LiveId" clId="{046BE806-2A23-4961-94F6-0F121852AC03}" dt="2024-11-17T10:17:42.633" v="153" actId="20577"/>
          <ac:spMkLst>
            <pc:docMk/>
            <pc:sldMk cId="0" sldId="257"/>
            <ac:spMk id="658" creationId="{00000000-0000-0000-0000-000000000000}"/>
          </ac:spMkLst>
        </pc:spChg>
        <pc:spChg chg="mod">
          <ac:chgData name="Aman Sami Ur Rahman Mohammed" userId="7100175a18881142" providerId="LiveId" clId="{046BE806-2A23-4961-94F6-0F121852AC03}" dt="2024-11-17T10:17:54.545" v="168" actId="20577"/>
          <ac:spMkLst>
            <pc:docMk/>
            <pc:sldMk cId="0" sldId="257"/>
            <ac:spMk id="659" creationId="{00000000-0000-0000-0000-000000000000}"/>
          </ac:spMkLst>
        </pc:spChg>
        <pc:spChg chg="mod">
          <ac:chgData name="Aman Sami Ur Rahman Mohammed" userId="7100175a18881142" providerId="LiveId" clId="{046BE806-2A23-4961-94F6-0F121852AC03}" dt="2024-11-17T10:18:07.657" v="181" actId="20577"/>
          <ac:spMkLst>
            <pc:docMk/>
            <pc:sldMk cId="0" sldId="257"/>
            <ac:spMk id="660" creationId="{00000000-0000-0000-0000-000000000000}"/>
          </ac:spMkLst>
        </pc:spChg>
        <pc:spChg chg="mod">
          <ac:chgData name="Aman Sami Ur Rahman Mohammed" userId="7100175a18881142" providerId="LiveId" clId="{046BE806-2A23-4961-94F6-0F121852AC03}" dt="2024-11-18T15:48:24.433" v="416" actId="1076"/>
          <ac:spMkLst>
            <pc:docMk/>
            <pc:sldMk cId="0" sldId="257"/>
            <ac:spMk id="667" creationId="{00000000-0000-0000-0000-000000000000}"/>
          </ac:spMkLst>
        </pc:spChg>
        <pc:spChg chg="mod">
          <ac:chgData name="Aman Sami Ur Rahman Mohammed" userId="7100175a18881142" providerId="LiveId" clId="{046BE806-2A23-4961-94F6-0F121852AC03}" dt="2024-11-17T10:21:01.880" v="305" actId="20577"/>
          <ac:spMkLst>
            <pc:docMk/>
            <pc:sldMk cId="0" sldId="257"/>
            <ac:spMk id="672" creationId="{00000000-0000-0000-0000-000000000000}"/>
          </ac:spMkLst>
        </pc:spChg>
        <pc:picChg chg="add mod">
          <ac:chgData name="Aman Sami Ur Rahman Mohammed" userId="7100175a18881142" providerId="LiveId" clId="{046BE806-2A23-4961-94F6-0F121852AC03}" dt="2024-11-18T15:48:37.202" v="418" actId="1076"/>
          <ac:picMkLst>
            <pc:docMk/>
            <pc:sldMk cId="0" sldId="257"/>
            <ac:picMk id="3" creationId="{84012424-4FC5-1DA9-431E-4CB216CA9778}"/>
          </ac:picMkLst>
        </pc:picChg>
        <pc:picChg chg="add del mod">
          <ac:chgData name="Aman Sami Ur Rahman Mohammed" userId="7100175a18881142" providerId="LiveId" clId="{046BE806-2A23-4961-94F6-0F121852AC03}" dt="2024-11-18T10:30:21.549" v="396" actId="478"/>
          <ac:picMkLst>
            <pc:docMk/>
            <pc:sldMk cId="0" sldId="257"/>
            <ac:picMk id="3" creationId="{B15D314F-20FA-D838-1FA8-8B17CCCE586A}"/>
          </ac:picMkLst>
        </pc:picChg>
      </pc:sldChg>
      <pc:sldChg chg="addSp delSp modSp mod delAnim">
        <pc:chgData name="Aman Sami Ur Rahman Mohammed" userId="7100175a18881142" providerId="LiveId" clId="{046BE806-2A23-4961-94F6-0F121852AC03}" dt="2024-11-18T10:30:28.910" v="398" actId="478"/>
        <pc:sldMkLst>
          <pc:docMk/>
          <pc:sldMk cId="0" sldId="258"/>
        </pc:sldMkLst>
        <pc:spChg chg="mod">
          <ac:chgData name="Aman Sami Ur Rahman Mohammed" userId="7100175a18881142" providerId="LiveId" clId="{046BE806-2A23-4961-94F6-0F121852AC03}" dt="2024-11-18T04:13:24.918" v="329" actId="1076"/>
          <ac:spMkLst>
            <pc:docMk/>
            <pc:sldMk cId="0" sldId="258"/>
            <ac:spMk id="68" creationId="{00000000-0000-0000-0000-000000000000}"/>
          </ac:spMkLst>
        </pc:spChg>
        <pc:spChg chg="mod">
          <ac:chgData name="Aman Sami Ur Rahman Mohammed" userId="7100175a18881142" providerId="LiveId" clId="{046BE806-2A23-4961-94F6-0F121852AC03}" dt="2024-11-18T06:20:24.314" v="392" actId="255"/>
          <ac:spMkLst>
            <pc:docMk/>
            <pc:sldMk cId="0" sldId="258"/>
            <ac:spMk id="69" creationId="{00000000-0000-0000-0000-000000000000}"/>
          </ac:spMkLst>
        </pc:spChg>
        <pc:spChg chg="mod">
          <ac:chgData name="Aman Sami Ur Rahman Mohammed" userId="7100175a18881142" providerId="LiveId" clId="{046BE806-2A23-4961-94F6-0F121852AC03}" dt="2024-11-17T17:32:35.504" v="322"/>
          <ac:spMkLst>
            <pc:docMk/>
            <pc:sldMk cId="0" sldId="258"/>
            <ac:spMk id="70" creationId="{00000000-0000-0000-0000-000000000000}"/>
          </ac:spMkLst>
        </pc:spChg>
        <pc:picChg chg="add del mod">
          <ac:chgData name="Aman Sami Ur Rahman Mohammed" userId="7100175a18881142" providerId="LiveId" clId="{046BE806-2A23-4961-94F6-0F121852AC03}" dt="2024-11-18T10:30:28.910" v="398" actId="478"/>
          <ac:picMkLst>
            <pc:docMk/>
            <pc:sldMk cId="0" sldId="258"/>
            <ac:picMk id="2" creationId="{FE8E33DD-231B-B370-435E-84DF12B59CDF}"/>
          </ac:picMkLst>
        </pc:picChg>
      </pc:sldChg>
      <pc:sldChg chg="modSp">
        <pc:chgData name="Aman Sami Ur Rahman Mohammed" userId="7100175a18881142" providerId="LiveId" clId="{046BE806-2A23-4961-94F6-0F121852AC03}" dt="2024-11-17T17:32:35.504" v="322"/>
        <pc:sldMkLst>
          <pc:docMk/>
          <pc:sldMk cId="0" sldId="263"/>
        </pc:sldMkLst>
        <pc:spChg chg="mod">
          <ac:chgData name="Aman Sami Ur Rahman Mohammed" userId="7100175a18881142" providerId="LiveId" clId="{046BE806-2A23-4961-94F6-0F121852AC03}" dt="2024-11-17T17:32:35.504" v="322"/>
          <ac:spMkLst>
            <pc:docMk/>
            <pc:sldMk cId="0" sldId="263"/>
            <ac:spMk id="116" creationId="{00000000-0000-0000-0000-000000000000}"/>
          </ac:spMkLst>
        </pc:spChg>
      </pc:sldChg>
      <pc:sldChg chg="modSp mod">
        <pc:chgData name="Aman Sami Ur Rahman Mohammed" userId="7100175a18881142" providerId="LiveId" clId="{046BE806-2A23-4961-94F6-0F121852AC03}" dt="2024-11-18T04:22:02.608" v="388" actId="255"/>
        <pc:sldMkLst>
          <pc:docMk/>
          <pc:sldMk cId="0" sldId="264"/>
        </pc:sldMkLst>
        <pc:spChg chg="mod">
          <ac:chgData name="Aman Sami Ur Rahman Mohammed" userId="7100175a18881142" providerId="LiveId" clId="{046BE806-2A23-4961-94F6-0F121852AC03}" dt="2024-11-18T04:21:40.708" v="384" actId="1076"/>
          <ac:spMkLst>
            <pc:docMk/>
            <pc:sldMk cId="0" sldId="264"/>
            <ac:spMk id="121" creationId="{00000000-0000-0000-0000-000000000000}"/>
          </ac:spMkLst>
        </pc:spChg>
        <pc:spChg chg="mod">
          <ac:chgData name="Aman Sami Ur Rahman Mohammed" userId="7100175a18881142" providerId="LiveId" clId="{046BE806-2A23-4961-94F6-0F121852AC03}" dt="2024-11-18T04:22:02.608" v="388" actId="255"/>
          <ac:spMkLst>
            <pc:docMk/>
            <pc:sldMk cId="0" sldId="264"/>
            <ac:spMk id="122" creationId="{00000000-0000-0000-0000-000000000000}"/>
          </ac:spMkLst>
        </pc:spChg>
        <pc:spChg chg="mod">
          <ac:chgData name="Aman Sami Ur Rahman Mohammed" userId="7100175a18881142" providerId="LiveId" clId="{046BE806-2A23-4961-94F6-0F121852AC03}" dt="2024-11-17T17:32:35.504" v="322"/>
          <ac:spMkLst>
            <pc:docMk/>
            <pc:sldMk cId="0" sldId="264"/>
            <ac:spMk id="125" creationId="{00000000-0000-0000-0000-000000000000}"/>
          </ac:spMkLst>
        </pc:spChg>
      </pc:sldChg>
      <pc:sldChg chg="modSp mod">
        <pc:chgData name="Aman Sami Ur Rahman Mohammed" userId="7100175a18881142" providerId="LiveId" clId="{046BE806-2A23-4961-94F6-0F121852AC03}" dt="2024-11-18T15:46:02.175" v="401" actId="20577"/>
        <pc:sldMkLst>
          <pc:docMk/>
          <pc:sldMk cId="0" sldId="278"/>
        </pc:sldMkLst>
        <pc:spChg chg="mod">
          <ac:chgData name="Aman Sami Ur Rahman Mohammed" userId="7100175a18881142" providerId="LiveId" clId="{046BE806-2A23-4961-94F6-0F121852AC03}" dt="2024-11-17T17:32:35.504" v="322"/>
          <ac:spMkLst>
            <pc:docMk/>
            <pc:sldMk cId="0" sldId="278"/>
            <ac:spMk id="307" creationId="{00000000-0000-0000-0000-000000000000}"/>
          </ac:spMkLst>
        </pc:spChg>
        <pc:spChg chg="mod">
          <ac:chgData name="Aman Sami Ur Rahman Mohammed" userId="7100175a18881142" providerId="LiveId" clId="{046BE806-2A23-4961-94F6-0F121852AC03}" dt="2024-11-17T17:31:12.246" v="313"/>
          <ac:spMkLst>
            <pc:docMk/>
            <pc:sldMk cId="0" sldId="278"/>
            <ac:spMk id="308" creationId="{00000000-0000-0000-0000-000000000000}"/>
          </ac:spMkLst>
        </pc:spChg>
        <pc:spChg chg="mod">
          <ac:chgData name="Aman Sami Ur Rahman Mohammed" userId="7100175a18881142" providerId="LiveId" clId="{046BE806-2A23-4961-94F6-0F121852AC03}" dt="2024-11-18T15:46:02.175" v="401" actId="20577"/>
          <ac:spMkLst>
            <pc:docMk/>
            <pc:sldMk cId="0" sldId="278"/>
            <ac:spMk id="309" creationId="{00000000-0000-0000-0000-000000000000}"/>
          </ac:spMkLst>
        </pc:spChg>
      </pc:sldChg>
      <pc:sldChg chg="modSp mod">
        <pc:chgData name="Aman Sami Ur Rahman Mohammed" userId="7100175a18881142" providerId="LiveId" clId="{046BE806-2A23-4961-94F6-0F121852AC03}" dt="2024-11-18T04:15:19.753" v="340" actId="1076"/>
        <pc:sldMkLst>
          <pc:docMk/>
          <pc:sldMk cId="4007447256" sldId="284"/>
        </pc:sldMkLst>
        <pc:spChg chg="mod">
          <ac:chgData name="Aman Sami Ur Rahman Mohammed" userId="7100175a18881142" providerId="LiveId" clId="{046BE806-2A23-4961-94F6-0F121852AC03}" dt="2024-11-18T04:15:19.753" v="340" actId="1076"/>
          <ac:spMkLst>
            <pc:docMk/>
            <pc:sldMk cId="4007447256" sldId="284"/>
            <ac:spMk id="68" creationId="{00000000-0000-0000-0000-000000000000}"/>
          </ac:spMkLst>
        </pc:spChg>
        <pc:spChg chg="mod">
          <ac:chgData name="Aman Sami Ur Rahman Mohammed" userId="7100175a18881142" providerId="LiveId" clId="{046BE806-2A23-4961-94F6-0F121852AC03}" dt="2024-11-18T04:15:11.454" v="339" actId="14100"/>
          <ac:spMkLst>
            <pc:docMk/>
            <pc:sldMk cId="4007447256" sldId="284"/>
            <ac:spMk id="69" creationId="{00000000-0000-0000-0000-000000000000}"/>
          </ac:spMkLst>
        </pc:spChg>
        <pc:spChg chg="mod">
          <ac:chgData name="Aman Sami Ur Rahman Mohammed" userId="7100175a18881142" providerId="LiveId" clId="{046BE806-2A23-4961-94F6-0F121852AC03}" dt="2024-11-17T17:32:35.504" v="322"/>
          <ac:spMkLst>
            <pc:docMk/>
            <pc:sldMk cId="4007447256" sldId="284"/>
            <ac:spMk id="70" creationId="{00000000-0000-0000-0000-000000000000}"/>
          </ac:spMkLst>
        </pc:spChg>
      </pc:sldChg>
      <pc:sldChg chg="modSp mod">
        <pc:chgData name="Aman Sami Ur Rahman Mohammed" userId="7100175a18881142" providerId="LiveId" clId="{046BE806-2A23-4961-94F6-0F121852AC03}" dt="2024-11-18T04:16:12.697" v="345" actId="14100"/>
        <pc:sldMkLst>
          <pc:docMk/>
          <pc:sldMk cId="1246776122" sldId="389"/>
        </pc:sldMkLst>
        <pc:spChg chg="mod">
          <ac:chgData name="Aman Sami Ur Rahman Mohammed" userId="7100175a18881142" providerId="LiveId" clId="{046BE806-2A23-4961-94F6-0F121852AC03}" dt="2024-11-18T04:16:05.029" v="343" actId="1076"/>
          <ac:spMkLst>
            <pc:docMk/>
            <pc:sldMk cId="1246776122" sldId="389"/>
            <ac:spMk id="114" creationId="{00000000-0000-0000-0000-000000000000}"/>
          </ac:spMkLst>
        </pc:spChg>
        <pc:spChg chg="mod">
          <ac:chgData name="Aman Sami Ur Rahman Mohammed" userId="7100175a18881142" providerId="LiveId" clId="{046BE806-2A23-4961-94F6-0F121852AC03}" dt="2024-11-17T17:32:35.504" v="322"/>
          <ac:spMkLst>
            <pc:docMk/>
            <pc:sldMk cId="1246776122" sldId="389"/>
            <ac:spMk id="116" creationId="{00000000-0000-0000-0000-000000000000}"/>
          </ac:spMkLst>
        </pc:spChg>
        <pc:picChg chg="mod">
          <ac:chgData name="Aman Sami Ur Rahman Mohammed" userId="7100175a18881142" providerId="LiveId" clId="{046BE806-2A23-4961-94F6-0F121852AC03}" dt="2024-11-18T04:16:12.697" v="345" actId="14100"/>
          <ac:picMkLst>
            <pc:docMk/>
            <pc:sldMk cId="1246776122" sldId="389"/>
            <ac:picMk id="3" creationId="{FD530AC1-8A46-4D32-B9D8-7695EC3E474B}"/>
          </ac:picMkLst>
        </pc:picChg>
      </pc:sldChg>
      <pc:sldChg chg="modSp mod">
        <pc:chgData name="Aman Sami Ur Rahman Mohammed" userId="7100175a18881142" providerId="LiveId" clId="{046BE806-2A23-4961-94F6-0F121852AC03}" dt="2024-11-18T04:18:29.616" v="359" actId="14100"/>
        <pc:sldMkLst>
          <pc:docMk/>
          <pc:sldMk cId="2735931184" sldId="391"/>
        </pc:sldMkLst>
        <pc:spChg chg="mod">
          <ac:chgData name="Aman Sami Ur Rahman Mohammed" userId="7100175a18881142" providerId="LiveId" clId="{046BE806-2A23-4961-94F6-0F121852AC03}" dt="2024-11-17T17:32:35.504" v="322"/>
          <ac:spMkLst>
            <pc:docMk/>
            <pc:sldMk cId="2735931184" sldId="391"/>
            <ac:spMk id="2" creationId="{84472E98-B8ED-457F-9F13-0410FC6F2948}"/>
          </ac:spMkLst>
        </pc:spChg>
        <pc:spChg chg="mod">
          <ac:chgData name="Aman Sami Ur Rahman Mohammed" userId="7100175a18881142" providerId="LiveId" clId="{046BE806-2A23-4961-94F6-0F121852AC03}" dt="2024-11-18T04:18:29.616" v="359" actId="14100"/>
          <ac:spMkLst>
            <pc:docMk/>
            <pc:sldMk cId="2735931184" sldId="391"/>
            <ac:spMk id="37" creationId="{02430C67-2BC8-4C18-B277-5470193B80AB}"/>
          </ac:spMkLst>
        </pc:spChg>
        <pc:picChg chg="mod">
          <ac:chgData name="Aman Sami Ur Rahman Mohammed" userId="7100175a18881142" providerId="LiveId" clId="{046BE806-2A23-4961-94F6-0F121852AC03}" dt="2024-11-18T04:17:59.801" v="356" actId="14100"/>
          <ac:picMkLst>
            <pc:docMk/>
            <pc:sldMk cId="2735931184" sldId="391"/>
            <ac:picMk id="5" creationId="{3070A496-0F68-46B0-BA0F-E6B52CCAB46D}"/>
          </ac:picMkLst>
        </pc:picChg>
      </pc:sldChg>
      <pc:sldChg chg="addSp delSp modSp mod delAnim">
        <pc:chgData name="Aman Sami Ur Rahman Mohammed" userId="7100175a18881142" providerId="LiveId" clId="{046BE806-2A23-4961-94F6-0F121852AC03}" dt="2024-11-18T10:30:25.346" v="397" actId="478"/>
        <pc:sldMkLst>
          <pc:docMk/>
          <pc:sldMk cId="3331074042" sldId="392"/>
        </pc:sldMkLst>
        <pc:spChg chg="mod">
          <ac:chgData name="Aman Sami Ur Rahman Mohammed" userId="7100175a18881142" providerId="LiveId" clId="{046BE806-2A23-4961-94F6-0F121852AC03}" dt="2024-11-17T17:32:35.504" v="322"/>
          <ac:spMkLst>
            <pc:docMk/>
            <pc:sldMk cId="3331074042" sldId="392"/>
            <ac:spMk id="2" creationId="{EA9284B9-7B97-4C77-8B5E-D11A36F30046}"/>
          </ac:spMkLst>
        </pc:spChg>
        <pc:spChg chg="mod">
          <ac:chgData name="Aman Sami Ur Rahman Mohammed" userId="7100175a18881142" providerId="LiveId" clId="{046BE806-2A23-4961-94F6-0F121852AC03}" dt="2024-11-17T17:32:35.504" v="322"/>
          <ac:spMkLst>
            <pc:docMk/>
            <pc:sldMk cId="3331074042" sldId="392"/>
            <ac:spMk id="4" creationId="{1CDA1021-2237-44D8-8109-777344E89E01}"/>
          </ac:spMkLst>
        </pc:spChg>
        <pc:picChg chg="add del mod">
          <ac:chgData name="Aman Sami Ur Rahman Mohammed" userId="7100175a18881142" providerId="LiveId" clId="{046BE806-2A23-4961-94F6-0F121852AC03}" dt="2024-11-18T10:30:25.346" v="397" actId="478"/>
          <ac:picMkLst>
            <pc:docMk/>
            <pc:sldMk cId="3331074042" sldId="392"/>
            <ac:picMk id="5" creationId="{FC53CE9B-15BF-CCDD-EB9F-306EF564F277}"/>
          </ac:picMkLst>
        </pc:picChg>
      </pc:sldChg>
      <pc:sldChg chg="modSp">
        <pc:chgData name="Aman Sami Ur Rahman Mohammed" userId="7100175a18881142" providerId="LiveId" clId="{046BE806-2A23-4961-94F6-0F121852AC03}" dt="2024-11-17T17:32:35.504" v="322"/>
        <pc:sldMkLst>
          <pc:docMk/>
          <pc:sldMk cId="4234227474" sldId="393"/>
        </pc:sldMkLst>
        <pc:spChg chg="mod">
          <ac:chgData name="Aman Sami Ur Rahman Mohammed" userId="7100175a18881142" providerId="LiveId" clId="{046BE806-2A23-4961-94F6-0F121852AC03}" dt="2024-11-17T17:32:35.504" v="322"/>
          <ac:spMkLst>
            <pc:docMk/>
            <pc:sldMk cId="4234227474" sldId="393"/>
            <ac:spMk id="2" creationId="{9B7DC2E3-312D-4A3F-9326-F18525E77C2B}"/>
          </ac:spMkLst>
        </pc:spChg>
        <pc:spChg chg="mod">
          <ac:chgData name="Aman Sami Ur Rahman Mohammed" userId="7100175a18881142" providerId="LiveId" clId="{046BE806-2A23-4961-94F6-0F121852AC03}" dt="2024-11-17T17:32:35.504" v="322"/>
          <ac:spMkLst>
            <pc:docMk/>
            <pc:sldMk cId="4234227474" sldId="393"/>
            <ac:spMk id="4" creationId="{9487E4B0-E47E-426D-8057-2B116BEC6201}"/>
          </ac:spMkLst>
        </pc:spChg>
      </pc:sldChg>
      <pc:sldChg chg="modSp">
        <pc:chgData name="Aman Sami Ur Rahman Mohammed" userId="7100175a18881142" providerId="LiveId" clId="{046BE806-2A23-4961-94F6-0F121852AC03}" dt="2024-11-17T17:32:35.504" v="322"/>
        <pc:sldMkLst>
          <pc:docMk/>
          <pc:sldMk cId="2795540766" sldId="394"/>
        </pc:sldMkLst>
        <pc:spChg chg="mod">
          <ac:chgData name="Aman Sami Ur Rahman Mohammed" userId="7100175a18881142" providerId="LiveId" clId="{046BE806-2A23-4961-94F6-0F121852AC03}" dt="2024-11-17T17:32:35.504" v="322"/>
          <ac:spMkLst>
            <pc:docMk/>
            <pc:sldMk cId="2795540766" sldId="394"/>
            <ac:spMk id="4" creationId="{5F9D6515-8AED-4434-B93B-D38F06C5987F}"/>
          </ac:spMkLst>
        </pc:spChg>
      </pc:sldChg>
      <pc:sldChg chg="modSp">
        <pc:chgData name="Aman Sami Ur Rahman Mohammed" userId="7100175a18881142" providerId="LiveId" clId="{046BE806-2A23-4961-94F6-0F121852AC03}" dt="2024-11-17T17:32:35.504" v="322"/>
        <pc:sldMkLst>
          <pc:docMk/>
          <pc:sldMk cId="3107957983" sldId="395"/>
        </pc:sldMkLst>
        <pc:spChg chg="mod">
          <ac:chgData name="Aman Sami Ur Rahman Mohammed" userId="7100175a18881142" providerId="LiveId" clId="{046BE806-2A23-4961-94F6-0F121852AC03}" dt="2024-11-17T17:32:35.504" v="322"/>
          <ac:spMkLst>
            <pc:docMk/>
            <pc:sldMk cId="3107957983" sldId="395"/>
            <ac:spMk id="4" creationId="{70237216-9A4B-4A9B-AF39-F85FB69F2F58}"/>
          </ac:spMkLst>
        </pc:spChg>
      </pc:sldChg>
      <pc:sldChg chg="modSp mod">
        <pc:chgData name="Aman Sami Ur Rahman Mohammed" userId="7100175a18881142" providerId="LiveId" clId="{046BE806-2A23-4961-94F6-0F121852AC03}" dt="2024-11-18T04:15:32.635" v="341" actId="14100"/>
        <pc:sldMkLst>
          <pc:docMk/>
          <pc:sldMk cId="1915577990" sldId="398"/>
        </pc:sldMkLst>
        <pc:spChg chg="mod">
          <ac:chgData name="Aman Sami Ur Rahman Mohammed" userId="7100175a18881142" providerId="LiveId" clId="{046BE806-2A23-4961-94F6-0F121852AC03}" dt="2024-11-18T04:15:32.635" v="341" actId="14100"/>
          <ac:spMkLst>
            <pc:docMk/>
            <pc:sldMk cId="1915577990" sldId="398"/>
            <ac:spMk id="4" creationId="{335C50C3-C237-4977-B5E3-C23364BC2159}"/>
          </ac:spMkLst>
        </pc:spChg>
      </pc:sldChg>
      <pc:sldChg chg="modSp mod">
        <pc:chgData name="Aman Sami Ur Rahman Mohammed" userId="7100175a18881142" providerId="LiveId" clId="{046BE806-2A23-4961-94F6-0F121852AC03}" dt="2024-11-18T04:18:37.579" v="360" actId="1076"/>
        <pc:sldMkLst>
          <pc:docMk/>
          <pc:sldMk cId="2877671349" sldId="400"/>
        </pc:sldMkLst>
        <pc:spChg chg="mod">
          <ac:chgData name="Aman Sami Ur Rahman Mohammed" userId="7100175a18881142" providerId="LiveId" clId="{046BE806-2A23-4961-94F6-0F121852AC03}" dt="2024-11-17T17:32:35.504" v="322"/>
          <ac:spMkLst>
            <pc:docMk/>
            <pc:sldMk cId="2877671349" sldId="400"/>
            <ac:spMk id="2" creationId="{84472E98-B8ED-457F-9F13-0410FC6F2948}"/>
          </ac:spMkLst>
        </pc:spChg>
        <pc:spChg chg="mod">
          <ac:chgData name="Aman Sami Ur Rahman Mohammed" userId="7100175a18881142" providerId="LiveId" clId="{046BE806-2A23-4961-94F6-0F121852AC03}" dt="2024-11-18T04:18:37.579" v="360" actId="1076"/>
          <ac:spMkLst>
            <pc:docMk/>
            <pc:sldMk cId="2877671349" sldId="400"/>
            <ac:spMk id="37" creationId="{02430C67-2BC8-4C18-B277-5470193B80AB}"/>
          </ac:spMkLst>
        </pc:spChg>
        <pc:picChg chg="mod">
          <ac:chgData name="Aman Sami Ur Rahman Mohammed" userId="7100175a18881142" providerId="LiveId" clId="{046BE806-2A23-4961-94F6-0F121852AC03}" dt="2024-11-18T04:18:08.826" v="358" actId="14100"/>
          <ac:picMkLst>
            <pc:docMk/>
            <pc:sldMk cId="2877671349" sldId="400"/>
            <ac:picMk id="4" creationId="{BCC30FE4-3559-4478-BF17-2BE9FD7149D9}"/>
          </ac:picMkLst>
        </pc:picChg>
      </pc:sldChg>
      <pc:sldChg chg="modSp mod">
        <pc:chgData name="Aman Sami Ur Rahman Mohammed" userId="7100175a18881142" providerId="LiveId" clId="{046BE806-2A23-4961-94F6-0F121852AC03}" dt="2024-11-18T04:15:46.890" v="342" actId="1076"/>
        <pc:sldMkLst>
          <pc:docMk/>
          <pc:sldMk cId="4095782484" sldId="401"/>
        </pc:sldMkLst>
        <pc:spChg chg="mod">
          <ac:chgData name="Aman Sami Ur Rahman Mohammed" userId="7100175a18881142" providerId="LiveId" clId="{046BE806-2A23-4961-94F6-0F121852AC03}" dt="2024-11-17T17:32:35.504" v="322"/>
          <ac:spMkLst>
            <pc:docMk/>
            <pc:sldMk cId="4095782484" sldId="401"/>
            <ac:spMk id="2" creationId="{84472E98-B8ED-457F-9F13-0410FC6F2948}"/>
          </ac:spMkLst>
        </pc:spChg>
        <pc:spChg chg="mod">
          <ac:chgData name="Aman Sami Ur Rahman Mohammed" userId="7100175a18881142" providerId="LiveId" clId="{046BE806-2A23-4961-94F6-0F121852AC03}" dt="2024-11-18T04:15:46.890" v="342" actId="1076"/>
          <ac:spMkLst>
            <pc:docMk/>
            <pc:sldMk cId="4095782484" sldId="401"/>
            <ac:spMk id="37" creationId="{02430C67-2BC8-4C18-B277-5470193B80AB}"/>
          </ac:spMkLst>
        </pc:spChg>
      </pc:sldChg>
      <pc:sldChg chg="modSp">
        <pc:chgData name="Aman Sami Ur Rahman Mohammed" userId="7100175a18881142" providerId="LiveId" clId="{046BE806-2A23-4961-94F6-0F121852AC03}" dt="2024-11-17T17:32:35.504" v="322"/>
        <pc:sldMkLst>
          <pc:docMk/>
          <pc:sldMk cId="1169653692" sldId="402"/>
        </pc:sldMkLst>
        <pc:spChg chg="mod">
          <ac:chgData name="Aman Sami Ur Rahman Mohammed" userId="7100175a18881142" providerId="LiveId" clId="{046BE806-2A23-4961-94F6-0F121852AC03}" dt="2024-11-17T17:32:35.504" v="322"/>
          <ac:spMkLst>
            <pc:docMk/>
            <pc:sldMk cId="1169653692" sldId="402"/>
            <ac:spMk id="4" creationId="{3F5211BF-7B97-4A82-A91B-0ADA168FFBE5}"/>
          </ac:spMkLst>
        </pc:spChg>
      </pc:sldChg>
      <pc:sldChg chg="modSp mod">
        <pc:chgData name="Aman Sami Ur Rahman Mohammed" userId="7100175a18881142" providerId="LiveId" clId="{046BE806-2A23-4961-94F6-0F121852AC03}" dt="2024-11-18T04:17:37.399" v="354" actId="14100"/>
        <pc:sldMkLst>
          <pc:docMk/>
          <pc:sldMk cId="2967872988" sldId="403"/>
        </pc:sldMkLst>
        <pc:spChg chg="mod">
          <ac:chgData name="Aman Sami Ur Rahman Mohammed" userId="7100175a18881142" providerId="LiveId" clId="{046BE806-2A23-4961-94F6-0F121852AC03}" dt="2024-11-18T04:17:10.894" v="350" actId="1076"/>
          <ac:spMkLst>
            <pc:docMk/>
            <pc:sldMk cId="2967872988" sldId="403"/>
            <ac:spMk id="2" creationId="{3B20EBEF-AD6D-40D3-853B-CC79ECDD7544}"/>
          </ac:spMkLst>
        </pc:spChg>
        <pc:spChg chg="mod">
          <ac:chgData name="Aman Sami Ur Rahman Mohammed" userId="7100175a18881142" providerId="LiveId" clId="{046BE806-2A23-4961-94F6-0F121852AC03}" dt="2024-11-18T04:17:37.399" v="354" actId="14100"/>
          <ac:spMkLst>
            <pc:docMk/>
            <pc:sldMk cId="2967872988" sldId="403"/>
            <ac:spMk id="3" creationId="{0DBCC6B4-FEE8-4C7C-8F34-9449C1BF9427}"/>
          </ac:spMkLst>
        </pc:spChg>
        <pc:spChg chg="mod">
          <ac:chgData name="Aman Sami Ur Rahman Mohammed" userId="7100175a18881142" providerId="LiveId" clId="{046BE806-2A23-4961-94F6-0F121852AC03}" dt="2024-11-17T17:32:35.504" v="322"/>
          <ac:spMkLst>
            <pc:docMk/>
            <pc:sldMk cId="2967872988" sldId="403"/>
            <ac:spMk id="4" creationId="{B70F559E-0D9B-4A47-8992-E4908F0A6306}"/>
          </ac:spMkLst>
        </pc:spChg>
      </pc:sldChg>
      <pc:sldChg chg="modSp">
        <pc:chgData name="Aman Sami Ur Rahman Mohammed" userId="7100175a18881142" providerId="LiveId" clId="{046BE806-2A23-4961-94F6-0F121852AC03}" dt="2024-11-17T17:32:35.504" v="322"/>
        <pc:sldMkLst>
          <pc:docMk/>
          <pc:sldMk cId="1618417180" sldId="404"/>
        </pc:sldMkLst>
        <pc:spChg chg="mod">
          <ac:chgData name="Aman Sami Ur Rahman Mohammed" userId="7100175a18881142" providerId="LiveId" clId="{046BE806-2A23-4961-94F6-0F121852AC03}" dt="2024-11-17T17:32:35.504" v="322"/>
          <ac:spMkLst>
            <pc:docMk/>
            <pc:sldMk cId="1618417180" sldId="404"/>
            <ac:spMk id="3" creationId="{F34D6903-BA30-4AF6-81EB-F15C12ED44DB}"/>
          </ac:spMkLst>
        </pc:spChg>
        <pc:spChg chg="mod">
          <ac:chgData name="Aman Sami Ur Rahman Mohammed" userId="7100175a18881142" providerId="LiveId" clId="{046BE806-2A23-4961-94F6-0F121852AC03}" dt="2024-11-17T17:32:35.504" v="322"/>
          <ac:spMkLst>
            <pc:docMk/>
            <pc:sldMk cId="1618417180" sldId="404"/>
            <ac:spMk id="4" creationId="{656E94E1-111D-4603-B609-5F9E8955A094}"/>
          </ac:spMkLst>
        </pc:spChg>
      </pc:sldChg>
      <pc:sldChg chg="modSp mod">
        <pc:chgData name="Aman Sami Ur Rahman Mohammed" userId="7100175a18881142" providerId="LiveId" clId="{046BE806-2A23-4961-94F6-0F121852AC03}" dt="2024-11-18T04:16:50.630" v="349" actId="1076"/>
        <pc:sldMkLst>
          <pc:docMk/>
          <pc:sldMk cId="505179003" sldId="405"/>
        </pc:sldMkLst>
        <pc:spChg chg="mod">
          <ac:chgData name="Aman Sami Ur Rahman Mohammed" userId="7100175a18881142" providerId="LiveId" clId="{046BE806-2A23-4961-94F6-0F121852AC03}" dt="2024-11-17T17:32:35.504" v="322"/>
          <ac:spMkLst>
            <pc:docMk/>
            <pc:sldMk cId="505179003" sldId="405"/>
            <ac:spMk id="2" creationId="{0C79D89B-D53F-444D-A281-ECE769B39129}"/>
          </ac:spMkLst>
        </pc:spChg>
        <pc:spChg chg="mod">
          <ac:chgData name="Aman Sami Ur Rahman Mohammed" userId="7100175a18881142" providerId="LiveId" clId="{046BE806-2A23-4961-94F6-0F121852AC03}" dt="2024-11-18T04:16:50.630" v="349" actId="1076"/>
          <ac:spMkLst>
            <pc:docMk/>
            <pc:sldMk cId="505179003" sldId="405"/>
            <ac:spMk id="4" creationId="{543D3060-D098-3481-6DB0-6DC991FE7983}"/>
          </ac:spMkLst>
        </pc:spChg>
        <pc:picChg chg="mod">
          <ac:chgData name="Aman Sami Ur Rahman Mohammed" userId="7100175a18881142" providerId="LiveId" clId="{046BE806-2A23-4961-94F6-0F121852AC03}" dt="2024-11-18T04:16:35.070" v="348" actId="14100"/>
          <ac:picMkLst>
            <pc:docMk/>
            <pc:sldMk cId="505179003" sldId="405"/>
            <ac:picMk id="3" creationId="{400D4D39-C11B-41EE-85CF-AD30606D63D0}"/>
          </ac:picMkLst>
        </pc:picChg>
      </pc:sldChg>
      <pc:sldChg chg="addSp delSp modSp mod">
        <pc:chgData name="Aman Sami Ur Rahman Mohammed" userId="7100175a18881142" providerId="LiveId" clId="{046BE806-2A23-4961-94F6-0F121852AC03}" dt="2024-11-18T04:20:32.608" v="375" actId="14100"/>
        <pc:sldMkLst>
          <pc:docMk/>
          <pc:sldMk cId="3370386317" sldId="406"/>
        </pc:sldMkLst>
        <pc:spChg chg="mod">
          <ac:chgData name="Aman Sami Ur Rahman Mohammed" userId="7100175a18881142" providerId="LiveId" clId="{046BE806-2A23-4961-94F6-0F121852AC03}" dt="2024-11-17T17:32:35.504" v="322"/>
          <ac:spMkLst>
            <pc:docMk/>
            <pc:sldMk cId="3370386317" sldId="406"/>
            <ac:spMk id="2" creationId="{78478CF5-2CC0-4B6C-8097-DF6B9C57C8A1}"/>
          </ac:spMkLst>
        </pc:spChg>
        <pc:picChg chg="del">
          <ac:chgData name="Aman Sami Ur Rahman Mohammed" userId="7100175a18881142" providerId="LiveId" clId="{046BE806-2A23-4961-94F6-0F121852AC03}" dt="2024-11-18T04:19:27.067" v="361" actId="478"/>
          <ac:picMkLst>
            <pc:docMk/>
            <pc:sldMk cId="3370386317" sldId="406"/>
            <ac:picMk id="3" creationId="{3F38B8EB-D9F1-4657-AE09-7156FF1995B3}"/>
          </ac:picMkLst>
        </pc:picChg>
        <pc:picChg chg="del">
          <ac:chgData name="Aman Sami Ur Rahman Mohammed" userId="7100175a18881142" providerId="LiveId" clId="{046BE806-2A23-4961-94F6-0F121852AC03}" dt="2024-11-18T04:19:30.407" v="363" actId="478"/>
          <ac:picMkLst>
            <pc:docMk/>
            <pc:sldMk cId="3370386317" sldId="406"/>
            <ac:picMk id="4" creationId="{89B90441-A384-4750-B233-93DBB1641146}"/>
          </ac:picMkLst>
        </pc:picChg>
        <pc:picChg chg="del">
          <ac:chgData name="Aman Sami Ur Rahman Mohammed" userId="7100175a18881142" providerId="LiveId" clId="{046BE806-2A23-4961-94F6-0F121852AC03}" dt="2024-11-18T04:19:28.480" v="362" actId="478"/>
          <ac:picMkLst>
            <pc:docMk/>
            <pc:sldMk cId="3370386317" sldId="406"/>
            <ac:picMk id="5" creationId="{486890F6-BC87-4650-A988-56BC0C04FC3E}"/>
          </ac:picMkLst>
        </pc:picChg>
        <pc:picChg chg="del">
          <ac:chgData name="Aman Sami Ur Rahman Mohammed" userId="7100175a18881142" providerId="LiveId" clId="{046BE806-2A23-4961-94F6-0F121852AC03}" dt="2024-11-18T04:19:32.173" v="364" actId="478"/>
          <ac:picMkLst>
            <pc:docMk/>
            <pc:sldMk cId="3370386317" sldId="406"/>
            <ac:picMk id="6" creationId="{3F6AFE11-0C74-4372-87D5-EEF80784F9EB}"/>
          </ac:picMkLst>
        </pc:picChg>
        <pc:picChg chg="add mod">
          <ac:chgData name="Aman Sami Ur Rahman Mohammed" userId="7100175a18881142" providerId="LiveId" clId="{046BE806-2A23-4961-94F6-0F121852AC03}" dt="2024-11-18T04:20:32.608" v="375" actId="14100"/>
          <ac:picMkLst>
            <pc:docMk/>
            <pc:sldMk cId="3370386317" sldId="406"/>
            <ac:picMk id="7" creationId="{03FF7AD6-28CE-1584-BD0E-228F9B52EEC9}"/>
          </ac:picMkLst>
        </pc:picChg>
      </pc:sldChg>
      <pc:sldChg chg="modSp">
        <pc:chgData name="Aman Sami Ur Rahman Mohammed" userId="7100175a18881142" providerId="LiveId" clId="{046BE806-2A23-4961-94F6-0F121852AC03}" dt="2024-11-17T17:32:35.504" v="322"/>
        <pc:sldMkLst>
          <pc:docMk/>
          <pc:sldMk cId="3363423782" sldId="407"/>
        </pc:sldMkLst>
        <pc:spChg chg="mod">
          <ac:chgData name="Aman Sami Ur Rahman Mohammed" userId="7100175a18881142" providerId="LiveId" clId="{046BE806-2A23-4961-94F6-0F121852AC03}" dt="2024-11-17T17:32:35.504" v="322"/>
          <ac:spMkLst>
            <pc:docMk/>
            <pc:sldMk cId="3363423782" sldId="407"/>
            <ac:spMk id="4" creationId="{2479B811-2990-4397-9055-1EB646E79D36}"/>
          </ac:spMkLst>
        </pc:spChg>
      </pc:sldChg>
      <pc:sldChg chg="addSp modSp new mod">
        <pc:chgData name="Aman Sami Ur Rahman Mohammed" userId="7100175a18881142" providerId="LiveId" clId="{046BE806-2A23-4961-94F6-0F121852AC03}" dt="2024-11-18T04:21:20.630" v="383" actId="1076"/>
        <pc:sldMkLst>
          <pc:docMk/>
          <pc:sldMk cId="2731487917" sldId="408"/>
        </pc:sldMkLst>
        <pc:picChg chg="add mod">
          <ac:chgData name="Aman Sami Ur Rahman Mohammed" userId="7100175a18881142" providerId="LiveId" clId="{046BE806-2A23-4961-94F6-0F121852AC03}" dt="2024-11-18T04:21:20.630" v="383" actId="1076"/>
          <ac:picMkLst>
            <pc:docMk/>
            <pc:sldMk cId="2731487917" sldId="408"/>
            <ac:picMk id="3" creationId="{FEA6F0F5-81A9-AB5B-BEEF-4FBF6A66DF7D}"/>
          </ac:picMkLst>
        </pc:picChg>
      </pc:sldChg>
      <pc:sldChg chg="modSp del mod">
        <pc:chgData name="Aman Sami Ur Rahman Mohammed" userId="7100175a18881142" providerId="LiveId" clId="{046BE806-2A23-4961-94F6-0F121852AC03}" dt="2024-11-17T10:23:09.630" v="312" actId="47"/>
        <pc:sldMkLst>
          <pc:docMk/>
          <pc:sldMk cId="3773805576" sldId="408"/>
        </pc:sldMkLst>
        <pc:spChg chg="mod">
          <ac:chgData name="Aman Sami Ur Rahman Mohammed" userId="7100175a18881142" providerId="LiveId" clId="{046BE806-2A23-4961-94F6-0F121852AC03}" dt="2024-11-17T10:23:07.376" v="311" actId="20577"/>
          <ac:spMkLst>
            <pc:docMk/>
            <pc:sldMk cId="3773805576" sldId="408"/>
            <ac:spMk id="3" creationId="{177139C1-A0BC-4143-B7EF-C2C8DDB79628}"/>
          </ac:spMkLst>
        </pc:spChg>
      </pc:sldChg>
      <pc:sldMasterChg chg="modTransition">
        <pc:chgData name="Aman Sami Ur Rahman Mohammed" userId="7100175a18881142" providerId="LiveId" clId="{046BE806-2A23-4961-94F6-0F121852AC03}" dt="2024-11-17T17:31:12.246" v="313"/>
        <pc:sldMasterMkLst>
          <pc:docMk/>
          <pc:sldMasterMk cId="2084721660" sldId="2147483719"/>
        </pc:sldMasterMkLst>
      </pc:sldMasterChg>
      <pc:sldMasterChg chg="modTransition">
        <pc:chgData name="Aman Sami Ur Rahman Mohammed" userId="7100175a18881142" providerId="LiveId" clId="{046BE806-2A23-4961-94F6-0F121852AC03}" dt="2024-11-17T17:31:16.653" v="314"/>
        <pc:sldMasterMkLst>
          <pc:docMk/>
          <pc:sldMasterMk cId="3566960628" sldId="2147483742"/>
        </pc:sldMasterMkLst>
      </pc:sldMasterChg>
      <pc:sldMasterChg chg="modTransition">
        <pc:chgData name="Aman Sami Ur Rahman Mohammed" userId="7100175a18881142" providerId="LiveId" clId="{046BE806-2A23-4961-94F6-0F121852AC03}" dt="2024-11-17T17:31:26.028" v="315"/>
        <pc:sldMasterMkLst>
          <pc:docMk/>
          <pc:sldMasterMk cId="3032174420" sldId="2147483765"/>
        </pc:sldMasterMkLst>
      </pc:sldMasterChg>
      <pc:sldMasterChg chg="modTransition">
        <pc:chgData name="Aman Sami Ur Rahman Mohammed" userId="7100175a18881142" providerId="LiveId" clId="{046BE806-2A23-4961-94F6-0F121852AC03}" dt="2024-11-17T17:31:29.708" v="316"/>
        <pc:sldMasterMkLst>
          <pc:docMk/>
          <pc:sldMasterMk cId="2073637558" sldId="2147483782"/>
        </pc:sldMasterMkLst>
      </pc:sldMasterChg>
      <pc:sldMasterChg chg="modTransition">
        <pc:chgData name="Aman Sami Ur Rahman Mohammed" userId="7100175a18881142" providerId="LiveId" clId="{046BE806-2A23-4961-94F6-0F121852AC03}" dt="2024-11-17T17:31:53.485" v="317"/>
        <pc:sldMasterMkLst>
          <pc:docMk/>
          <pc:sldMasterMk cId="2413751968" sldId="2147483804"/>
        </pc:sldMasterMkLst>
      </pc:sldMasterChg>
      <pc:sldMasterChg chg="modTransition">
        <pc:chgData name="Aman Sami Ur Rahman Mohammed" userId="7100175a18881142" providerId="LiveId" clId="{046BE806-2A23-4961-94F6-0F121852AC03}" dt="2024-11-17T17:31:57.845" v="318"/>
        <pc:sldMasterMkLst>
          <pc:docMk/>
          <pc:sldMasterMk cId="4257411074" sldId="2147483821"/>
        </pc:sldMasterMkLst>
      </pc:sldMasterChg>
      <pc:sldMasterChg chg="modTransition">
        <pc:chgData name="Aman Sami Ur Rahman Mohammed" userId="7100175a18881142" providerId="LiveId" clId="{046BE806-2A23-4961-94F6-0F121852AC03}" dt="2024-11-17T17:32:08.729" v="319"/>
        <pc:sldMasterMkLst>
          <pc:docMk/>
          <pc:sldMasterMk cId="3212215251" sldId="2147483838"/>
        </pc:sldMasterMkLst>
      </pc:sldMasterChg>
      <pc:sldMasterChg chg="modTransition">
        <pc:chgData name="Aman Sami Ur Rahman Mohammed" userId="7100175a18881142" providerId="LiveId" clId="{046BE806-2A23-4961-94F6-0F121852AC03}" dt="2024-11-17T17:32:12.027" v="320"/>
        <pc:sldMasterMkLst>
          <pc:docMk/>
          <pc:sldMasterMk cId="3179819321" sldId="2147483855"/>
        </pc:sldMasterMkLst>
      </pc:sldMasterChg>
      <pc:sldMasterChg chg="modTransition">
        <pc:chgData name="Aman Sami Ur Rahman Mohammed" userId="7100175a18881142" providerId="LiveId" clId="{046BE806-2A23-4961-94F6-0F121852AC03}" dt="2024-11-17T17:32:20.256" v="321"/>
        <pc:sldMasterMkLst>
          <pc:docMk/>
          <pc:sldMasterMk cId="2800432602" sldId="2147483878"/>
        </pc:sldMasterMkLst>
      </pc:sldMasterChg>
      <pc:sldMasterChg chg="modTransition">
        <pc:chgData name="Aman Sami Ur Rahman Mohammed" userId="7100175a18881142" providerId="LiveId" clId="{046BE806-2A23-4961-94F6-0F121852AC03}" dt="2024-11-17T17:32:35.504" v="322"/>
        <pc:sldMasterMkLst>
          <pc:docMk/>
          <pc:sldMasterMk cId="3709059619" sldId="2147483895"/>
        </pc:sldMasterMkLst>
      </pc:sldMasterChg>
    </pc:docChg>
  </pc:docChgLst>
  <pc:docChgLst>
    <pc:chgData name="Dayala Joshitha" userId="89442c6b48360d7d" providerId="LiveId" clId="{6419B159-457A-4F2B-8BDA-0DDF97ADEC3C}"/>
    <pc:docChg chg="undo custSel addSld delSld modSld sldOrd">
      <pc:chgData name="Dayala Joshitha" userId="89442c6b48360d7d" providerId="LiveId" clId="{6419B159-457A-4F2B-8BDA-0DDF97ADEC3C}" dt="2022-05-01T16:04:49.808" v="1517" actId="1076"/>
      <pc:docMkLst>
        <pc:docMk/>
      </pc:docMkLst>
      <pc:sldChg chg="modSp mod">
        <pc:chgData name="Dayala Joshitha" userId="89442c6b48360d7d" providerId="LiveId" clId="{6419B159-457A-4F2B-8BDA-0DDF97ADEC3C}" dt="2022-05-01T15:43:30.479" v="1241" actId="255"/>
        <pc:sldMkLst>
          <pc:docMk/>
          <pc:sldMk cId="0" sldId="256"/>
        </pc:sldMkLst>
        <pc:spChg chg="mod">
          <ac:chgData name="Dayala Joshitha" userId="89442c6b48360d7d" providerId="LiveId" clId="{6419B159-457A-4F2B-8BDA-0DDF97ADEC3C}" dt="2022-05-01T15:43:30.479" v="1241" actId="255"/>
          <ac:spMkLst>
            <pc:docMk/>
            <pc:sldMk cId="0" sldId="256"/>
            <ac:spMk id="54" creationId="{00000000-0000-0000-0000-000000000000}"/>
          </ac:spMkLst>
        </pc:spChg>
      </pc:sldChg>
      <pc:sldChg chg="modSp mod">
        <pc:chgData name="Dayala Joshitha" userId="89442c6b48360d7d" providerId="LiveId" clId="{6419B159-457A-4F2B-8BDA-0DDF97ADEC3C}" dt="2022-05-01T15:48:31.270" v="1290" actId="14100"/>
        <pc:sldMkLst>
          <pc:docMk/>
          <pc:sldMk cId="0" sldId="257"/>
        </pc:sldMkLst>
        <pc:spChg chg="mod">
          <ac:chgData name="Dayala Joshitha" userId="89442c6b48360d7d" providerId="LiveId" clId="{6419B159-457A-4F2B-8BDA-0DDF97ADEC3C}" dt="2022-05-01T15:46:28.521" v="1269" actId="113"/>
          <ac:spMkLst>
            <pc:docMk/>
            <pc:sldMk cId="0" sldId="257"/>
            <ac:spMk id="2" creationId="{00000000-0000-0000-0000-000000000000}"/>
          </ac:spMkLst>
        </pc:spChg>
        <pc:spChg chg="mod">
          <ac:chgData name="Dayala Joshitha" userId="89442c6b48360d7d" providerId="LiveId" clId="{6419B159-457A-4F2B-8BDA-0DDF97ADEC3C}" dt="2022-05-01T15:44:14.812" v="1244" actId="2711"/>
          <ac:spMkLst>
            <pc:docMk/>
            <pc:sldMk cId="0" sldId="257"/>
            <ac:spMk id="621" creationId="{00000000-0000-0000-0000-000000000000}"/>
          </ac:spMkLst>
        </pc:spChg>
        <pc:spChg chg="mod">
          <ac:chgData name="Dayala Joshitha" userId="89442c6b48360d7d" providerId="LiveId" clId="{6419B159-457A-4F2B-8BDA-0DDF97ADEC3C}" dt="2022-05-01T15:44:14.812" v="1244" actId="2711"/>
          <ac:spMkLst>
            <pc:docMk/>
            <pc:sldMk cId="0" sldId="257"/>
            <ac:spMk id="622" creationId="{00000000-0000-0000-0000-000000000000}"/>
          </ac:spMkLst>
        </pc:spChg>
        <pc:spChg chg="mod">
          <ac:chgData name="Dayala Joshitha" userId="89442c6b48360d7d" providerId="LiveId" clId="{6419B159-457A-4F2B-8BDA-0DDF97ADEC3C}" dt="2022-05-01T15:44:14.812" v="1244" actId="2711"/>
          <ac:spMkLst>
            <pc:docMk/>
            <pc:sldMk cId="0" sldId="257"/>
            <ac:spMk id="623" creationId="{00000000-0000-0000-0000-000000000000}"/>
          </ac:spMkLst>
        </pc:spChg>
        <pc:spChg chg="mod">
          <ac:chgData name="Dayala Joshitha" userId="89442c6b48360d7d" providerId="LiveId" clId="{6419B159-457A-4F2B-8BDA-0DDF97ADEC3C}" dt="2022-05-01T15:44:14.812" v="1244" actId="2711"/>
          <ac:spMkLst>
            <pc:docMk/>
            <pc:sldMk cId="0" sldId="257"/>
            <ac:spMk id="624" creationId="{00000000-0000-0000-0000-000000000000}"/>
          </ac:spMkLst>
        </pc:spChg>
        <pc:spChg chg="mod">
          <ac:chgData name="Dayala Joshitha" userId="89442c6b48360d7d" providerId="LiveId" clId="{6419B159-457A-4F2B-8BDA-0DDF97ADEC3C}" dt="2022-05-01T15:47:30.210" v="1279" actId="255"/>
          <ac:spMkLst>
            <pc:docMk/>
            <pc:sldMk cId="0" sldId="257"/>
            <ac:spMk id="640" creationId="{00000000-0000-0000-0000-000000000000}"/>
          </ac:spMkLst>
        </pc:spChg>
        <pc:spChg chg="mod">
          <ac:chgData name="Dayala Joshitha" userId="89442c6b48360d7d" providerId="LiveId" clId="{6419B159-457A-4F2B-8BDA-0DDF97ADEC3C}" dt="2022-05-01T15:46:50.611" v="1272" actId="113"/>
          <ac:spMkLst>
            <pc:docMk/>
            <pc:sldMk cId="0" sldId="257"/>
            <ac:spMk id="641" creationId="{00000000-0000-0000-0000-000000000000}"/>
          </ac:spMkLst>
        </pc:spChg>
        <pc:spChg chg="mod">
          <ac:chgData name="Dayala Joshitha" userId="89442c6b48360d7d" providerId="LiveId" clId="{6419B159-457A-4F2B-8BDA-0DDF97ADEC3C}" dt="2022-05-01T15:46:54.967" v="1273" actId="113"/>
          <ac:spMkLst>
            <pc:docMk/>
            <pc:sldMk cId="0" sldId="257"/>
            <ac:spMk id="655" creationId="{00000000-0000-0000-0000-000000000000}"/>
          </ac:spMkLst>
        </pc:spChg>
        <pc:spChg chg="mod">
          <ac:chgData name="Dayala Joshitha" userId="89442c6b48360d7d" providerId="LiveId" clId="{6419B159-457A-4F2B-8BDA-0DDF97ADEC3C}" dt="2022-05-01T15:46:58.402" v="1274" actId="113"/>
          <ac:spMkLst>
            <pc:docMk/>
            <pc:sldMk cId="0" sldId="257"/>
            <ac:spMk id="656" creationId="{00000000-0000-0000-0000-000000000000}"/>
          </ac:spMkLst>
        </pc:spChg>
        <pc:spChg chg="mod">
          <ac:chgData name="Dayala Joshitha" userId="89442c6b48360d7d" providerId="LiveId" clId="{6419B159-457A-4F2B-8BDA-0DDF97ADEC3C}" dt="2022-05-01T15:47:02.400" v="1275" actId="113"/>
          <ac:spMkLst>
            <pc:docMk/>
            <pc:sldMk cId="0" sldId="257"/>
            <ac:spMk id="657" creationId="{00000000-0000-0000-0000-000000000000}"/>
          </ac:spMkLst>
        </pc:spChg>
        <pc:spChg chg="mod">
          <ac:chgData name="Dayala Joshitha" userId="89442c6b48360d7d" providerId="LiveId" clId="{6419B159-457A-4F2B-8BDA-0DDF97ADEC3C}" dt="2022-05-01T15:47:43.030" v="1282" actId="14100"/>
          <ac:spMkLst>
            <pc:docMk/>
            <pc:sldMk cId="0" sldId="257"/>
            <ac:spMk id="658" creationId="{00000000-0000-0000-0000-000000000000}"/>
          </ac:spMkLst>
        </pc:spChg>
        <pc:spChg chg="mod">
          <ac:chgData name="Dayala Joshitha" userId="89442c6b48360d7d" providerId="LiveId" clId="{6419B159-457A-4F2B-8BDA-0DDF97ADEC3C}" dt="2022-05-01T15:47:50.702" v="1284" actId="255"/>
          <ac:spMkLst>
            <pc:docMk/>
            <pc:sldMk cId="0" sldId="257"/>
            <ac:spMk id="659" creationId="{00000000-0000-0000-0000-000000000000}"/>
          </ac:spMkLst>
        </pc:spChg>
        <pc:spChg chg="mod">
          <ac:chgData name="Dayala Joshitha" userId="89442c6b48360d7d" providerId="LiveId" clId="{6419B159-457A-4F2B-8BDA-0DDF97ADEC3C}" dt="2022-05-01T15:47:58.792" v="1286" actId="255"/>
          <ac:spMkLst>
            <pc:docMk/>
            <pc:sldMk cId="0" sldId="257"/>
            <ac:spMk id="660" creationId="{00000000-0000-0000-0000-000000000000}"/>
          </ac:spMkLst>
        </pc:spChg>
        <pc:spChg chg="mod">
          <ac:chgData name="Dayala Joshitha" userId="89442c6b48360d7d" providerId="LiveId" clId="{6419B159-457A-4F2B-8BDA-0DDF97ADEC3C}" dt="2022-05-01T15:46:37.512" v="1270" actId="113"/>
          <ac:spMkLst>
            <pc:docMk/>
            <pc:sldMk cId="0" sldId="257"/>
            <ac:spMk id="667" creationId="{00000000-0000-0000-0000-000000000000}"/>
          </ac:spMkLst>
        </pc:spChg>
        <pc:spChg chg="mod">
          <ac:chgData name="Dayala Joshitha" userId="89442c6b48360d7d" providerId="LiveId" clId="{6419B159-457A-4F2B-8BDA-0DDF97ADEC3C}" dt="2022-05-01T15:48:31.270" v="1290" actId="14100"/>
          <ac:spMkLst>
            <pc:docMk/>
            <pc:sldMk cId="0" sldId="257"/>
            <ac:spMk id="672" creationId="{00000000-0000-0000-0000-000000000000}"/>
          </ac:spMkLst>
        </pc:spChg>
        <pc:spChg chg="mod">
          <ac:chgData name="Dayala Joshitha" userId="89442c6b48360d7d" providerId="LiveId" clId="{6419B159-457A-4F2B-8BDA-0DDF97ADEC3C}" dt="2022-05-01T15:44:14.812" v="1244" actId="2711"/>
          <ac:spMkLst>
            <pc:docMk/>
            <pc:sldMk cId="0" sldId="257"/>
            <ac:spMk id="675" creationId="{00000000-0000-0000-0000-000000000000}"/>
          </ac:spMkLst>
        </pc:spChg>
      </pc:sldChg>
      <pc:sldChg chg="modSp mod">
        <pc:chgData name="Dayala Joshitha" userId="89442c6b48360d7d" providerId="LiveId" clId="{6419B159-457A-4F2B-8BDA-0DDF97ADEC3C}" dt="2022-04-21T12:39:15.172" v="27" actId="20577"/>
        <pc:sldMkLst>
          <pc:docMk/>
          <pc:sldMk cId="0" sldId="258"/>
        </pc:sldMkLst>
        <pc:spChg chg="mod">
          <ac:chgData name="Dayala Joshitha" userId="89442c6b48360d7d" providerId="LiveId" clId="{6419B159-457A-4F2B-8BDA-0DDF97ADEC3C}" dt="2022-04-21T12:39:15.172" v="27" actId="20577"/>
          <ac:spMkLst>
            <pc:docMk/>
            <pc:sldMk cId="0" sldId="258"/>
            <ac:spMk id="69" creationId="{00000000-0000-0000-0000-000000000000}"/>
          </ac:spMkLst>
        </pc:spChg>
      </pc:sldChg>
      <pc:sldChg chg="modSp mod ord">
        <pc:chgData name="Dayala Joshitha" userId="89442c6b48360d7d" providerId="LiveId" clId="{6419B159-457A-4F2B-8BDA-0DDF97ADEC3C}" dt="2022-05-01T15:55:18.160" v="1362" actId="1076"/>
        <pc:sldMkLst>
          <pc:docMk/>
          <pc:sldMk cId="0" sldId="263"/>
        </pc:sldMkLst>
        <pc:spChg chg="mod">
          <ac:chgData name="Dayala Joshitha" userId="89442c6b48360d7d" providerId="LiveId" clId="{6419B159-457A-4F2B-8BDA-0DDF97ADEC3C}" dt="2022-05-01T15:55:18.160" v="1362" actId="1076"/>
          <ac:spMkLst>
            <pc:docMk/>
            <pc:sldMk cId="0" sldId="263"/>
            <ac:spMk id="113" creationId="{00000000-0000-0000-0000-000000000000}"/>
          </ac:spMkLst>
        </pc:spChg>
        <pc:spChg chg="mod">
          <ac:chgData name="Dayala Joshitha" userId="89442c6b48360d7d" providerId="LiveId" clId="{6419B159-457A-4F2B-8BDA-0DDF97ADEC3C}" dt="2022-05-01T15:55:14.479" v="1361" actId="1076"/>
          <ac:spMkLst>
            <pc:docMk/>
            <pc:sldMk cId="0" sldId="263"/>
            <ac:spMk id="114" creationId="{00000000-0000-0000-0000-000000000000}"/>
          </ac:spMkLst>
        </pc:spChg>
      </pc:sldChg>
      <pc:sldChg chg="modSp mod">
        <pc:chgData name="Dayala Joshitha" userId="89442c6b48360d7d" providerId="LiveId" clId="{6419B159-457A-4F2B-8BDA-0DDF97ADEC3C}" dt="2022-05-01T16:03:38.208" v="1505" actId="14100"/>
        <pc:sldMkLst>
          <pc:docMk/>
          <pc:sldMk cId="0" sldId="264"/>
        </pc:sldMkLst>
        <pc:spChg chg="mod">
          <ac:chgData name="Dayala Joshitha" userId="89442c6b48360d7d" providerId="LiveId" clId="{6419B159-457A-4F2B-8BDA-0DDF97ADEC3C}" dt="2022-05-01T16:03:32.379" v="1503" actId="1076"/>
          <ac:spMkLst>
            <pc:docMk/>
            <pc:sldMk cId="0" sldId="264"/>
            <ac:spMk id="121" creationId="{00000000-0000-0000-0000-000000000000}"/>
          </ac:spMkLst>
        </pc:spChg>
        <pc:spChg chg="mod">
          <ac:chgData name="Dayala Joshitha" userId="89442c6b48360d7d" providerId="LiveId" clId="{6419B159-457A-4F2B-8BDA-0DDF97ADEC3C}" dt="2022-05-01T16:03:38.208" v="1505" actId="14100"/>
          <ac:spMkLst>
            <pc:docMk/>
            <pc:sldMk cId="0" sldId="264"/>
            <ac:spMk id="122" creationId="{00000000-0000-0000-0000-000000000000}"/>
          </ac:spMkLst>
        </pc:spChg>
      </pc:sldChg>
      <pc:sldChg chg="modSp mod">
        <pc:chgData name="Dayala Joshitha" userId="89442c6b48360d7d" providerId="LiveId" clId="{6419B159-457A-4F2B-8BDA-0DDF97ADEC3C}" dt="2022-05-01T16:04:49.808" v="1517" actId="1076"/>
        <pc:sldMkLst>
          <pc:docMk/>
          <pc:sldMk cId="0" sldId="278"/>
        </pc:sldMkLst>
        <pc:spChg chg="mod">
          <ac:chgData name="Dayala Joshitha" userId="89442c6b48360d7d" providerId="LiveId" clId="{6419B159-457A-4F2B-8BDA-0DDF97ADEC3C}" dt="2022-05-01T16:04:49.808" v="1517" actId="1076"/>
          <ac:spMkLst>
            <pc:docMk/>
            <pc:sldMk cId="0" sldId="278"/>
            <ac:spMk id="308" creationId="{00000000-0000-0000-0000-000000000000}"/>
          </ac:spMkLst>
        </pc:spChg>
        <pc:spChg chg="mod">
          <ac:chgData name="Dayala Joshitha" userId="89442c6b48360d7d" providerId="LiveId" clId="{6419B159-457A-4F2B-8BDA-0DDF97ADEC3C}" dt="2022-05-01T16:04:37.005" v="1515" actId="1076"/>
          <ac:spMkLst>
            <pc:docMk/>
            <pc:sldMk cId="0" sldId="278"/>
            <ac:spMk id="309" creationId="{00000000-0000-0000-0000-000000000000}"/>
          </ac:spMkLst>
        </pc:spChg>
      </pc:sldChg>
      <pc:sldChg chg="modSp mod">
        <pc:chgData name="Dayala Joshitha" userId="89442c6b48360d7d" providerId="LiveId" clId="{6419B159-457A-4F2B-8BDA-0DDF97ADEC3C}" dt="2022-05-01T15:52:37.998" v="1330" actId="14100"/>
        <pc:sldMkLst>
          <pc:docMk/>
          <pc:sldMk cId="4007447256" sldId="284"/>
        </pc:sldMkLst>
        <pc:spChg chg="mod">
          <ac:chgData name="Dayala Joshitha" userId="89442c6b48360d7d" providerId="LiveId" clId="{6419B159-457A-4F2B-8BDA-0DDF97ADEC3C}" dt="2022-05-01T15:52:27.612" v="1328" actId="1076"/>
          <ac:spMkLst>
            <pc:docMk/>
            <pc:sldMk cId="4007447256" sldId="284"/>
            <ac:spMk id="68" creationId="{00000000-0000-0000-0000-000000000000}"/>
          </ac:spMkLst>
        </pc:spChg>
        <pc:spChg chg="mod">
          <ac:chgData name="Dayala Joshitha" userId="89442c6b48360d7d" providerId="LiveId" clId="{6419B159-457A-4F2B-8BDA-0DDF97ADEC3C}" dt="2022-05-01T15:52:37.998" v="1330" actId="14100"/>
          <ac:spMkLst>
            <pc:docMk/>
            <pc:sldMk cId="4007447256" sldId="284"/>
            <ac:spMk id="69" creationId="{00000000-0000-0000-0000-000000000000}"/>
          </ac:spMkLst>
        </pc:spChg>
      </pc:sldChg>
      <pc:sldChg chg="del">
        <pc:chgData name="Dayala Joshitha" userId="89442c6b48360d7d" providerId="LiveId" clId="{6419B159-457A-4F2B-8BDA-0DDF97ADEC3C}" dt="2022-04-21T12:48:23.124" v="93" actId="47"/>
        <pc:sldMkLst>
          <pc:docMk/>
          <pc:sldMk cId="3308485151" sldId="305"/>
        </pc:sldMkLst>
      </pc:sldChg>
      <pc:sldChg chg="mod ord modShow">
        <pc:chgData name="Dayala Joshitha" userId="89442c6b48360d7d" providerId="LiveId" clId="{6419B159-457A-4F2B-8BDA-0DDF97ADEC3C}" dt="2022-04-22T04:33:53.601" v="1008" actId="729"/>
        <pc:sldMkLst>
          <pc:docMk/>
          <pc:sldMk cId="2767330724" sldId="387"/>
        </pc:sldMkLst>
      </pc:sldChg>
      <pc:sldChg chg="modSp mod ord">
        <pc:chgData name="Dayala Joshitha" userId="89442c6b48360d7d" providerId="LiveId" clId="{6419B159-457A-4F2B-8BDA-0DDF97ADEC3C}" dt="2022-05-01T15:56:07.168" v="1377" actId="20577"/>
        <pc:sldMkLst>
          <pc:docMk/>
          <pc:sldMk cId="1246776122" sldId="389"/>
        </pc:sldMkLst>
        <pc:spChg chg="mod">
          <ac:chgData name="Dayala Joshitha" userId="89442c6b48360d7d" providerId="LiveId" clId="{6419B159-457A-4F2B-8BDA-0DDF97ADEC3C}" dt="2022-05-01T15:56:07.168" v="1377" actId="20577"/>
          <ac:spMkLst>
            <pc:docMk/>
            <pc:sldMk cId="1246776122" sldId="389"/>
            <ac:spMk id="6" creationId="{70B9D1A0-F0D3-4FEA-BC35-0B7F399A5DEC}"/>
          </ac:spMkLst>
        </pc:spChg>
        <pc:spChg chg="mod">
          <ac:chgData name="Dayala Joshitha" userId="89442c6b48360d7d" providerId="LiveId" clId="{6419B159-457A-4F2B-8BDA-0DDF97ADEC3C}" dt="2022-05-01T15:55:38.667" v="1368" actId="20577"/>
          <ac:spMkLst>
            <pc:docMk/>
            <pc:sldMk cId="1246776122" sldId="389"/>
            <ac:spMk id="114" creationId="{00000000-0000-0000-0000-000000000000}"/>
          </ac:spMkLst>
        </pc:spChg>
        <pc:picChg chg="mod">
          <ac:chgData name="Dayala Joshitha" userId="89442c6b48360d7d" providerId="LiveId" clId="{6419B159-457A-4F2B-8BDA-0DDF97ADEC3C}" dt="2022-05-01T15:56:01.563" v="1375" actId="1076"/>
          <ac:picMkLst>
            <pc:docMk/>
            <pc:sldMk cId="1246776122" sldId="389"/>
            <ac:picMk id="3" creationId="{FD530AC1-8A46-4D32-B9D8-7695EC3E474B}"/>
          </ac:picMkLst>
        </pc:picChg>
      </pc:sldChg>
      <pc:sldChg chg="addSp delSp modSp mod ord">
        <pc:chgData name="Dayala Joshitha" userId="89442c6b48360d7d" providerId="LiveId" clId="{6419B159-457A-4F2B-8BDA-0DDF97ADEC3C}" dt="2022-05-01T16:01:50.352" v="1480" actId="1076"/>
        <pc:sldMkLst>
          <pc:docMk/>
          <pc:sldMk cId="2735931184" sldId="391"/>
        </pc:sldMkLst>
        <pc:spChg chg="del">
          <ac:chgData name="Dayala Joshitha" userId="89442c6b48360d7d" providerId="LiveId" clId="{6419B159-457A-4F2B-8BDA-0DDF97ADEC3C}" dt="2022-04-21T12:40:50.897" v="28" actId="478"/>
          <ac:spMkLst>
            <pc:docMk/>
            <pc:sldMk cId="2735931184" sldId="391"/>
            <ac:spMk id="3" creationId="{B4605BF5-E3F8-4A5E-8F71-B1D2ECECB820}"/>
          </ac:spMkLst>
        </pc:spChg>
        <pc:spChg chg="del">
          <ac:chgData name="Dayala Joshitha" userId="89442c6b48360d7d" providerId="LiveId" clId="{6419B159-457A-4F2B-8BDA-0DDF97ADEC3C}" dt="2022-04-21T12:40:50.897" v="28" actId="478"/>
          <ac:spMkLst>
            <pc:docMk/>
            <pc:sldMk cId="2735931184" sldId="391"/>
            <ac:spMk id="6" creationId="{2BA56F07-48F0-4F1F-878D-86E094767E97}"/>
          </ac:spMkLst>
        </pc:spChg>
        <pc:spChg chg="del">
          <ac:chgData name="Dayala Joshitha" userId="89442c6b48360d7d" providerId="LiveId" clId="{6419B159-457A-4F2B-8BDA-0DDF97ADEC3C}" dt="2022-04-21T12:40:50.897" v="28" actId="478"/>
          <ac:spMkLst>
            <pc:docMk/>
            <pc:sldMk cId="2735931184" sldId="391"/>
            <ac:spMk id="7" creationId="{403BEF5F-E453-4EB3-B8ED-C35FFE739B68}"/>
          </ac:spMkLst>
        </pc:spChg>
        <pc:spChg chg="del">
          <ac:chgData name="Dayala Joshitha" userId="89442c6b48360d7d" providerId="LiveId" clId="{6419B159-457A-4F2B-8BDA-0DDF97ADEC3C}" dt="2022-04-21T12:40:54.907" v="29" actId="478"/>
          <ac:spMkLst>
            <pc:docMk/>
            <pc:sldMk cId="2735931184" sldId="391"/>
            <ac:spMk id="8" creationId="{61E93DF6-0AE2-473B-8440-9878E1F87128}"/>
          </ac:spMkLst>
        </pc:spChg>
        <pc:spChg chg="del">
          <ac:chgData name="Dayala Joshitha" userId="89442c6b48360d7d" providerId="LiveId" clId="{6419B159-457A-4F2B-8BDA-0DDF97ADEC3C}" dt="2022-04-21T12:40:50.897" v="28" actId="478"/>
          <ac:spMkLst>
            <pc:docMk/>
            <pc:sldMk cId="2735931184" sldId="391"/>
            <ac:spMk id="9" creationId="{22C42BCB-E088-460B-9E69-950CCB3CC85D}"/>
          </ac:spMkLst>
        </pc:spChg>
        <pc:spChg chg="del">
          <ac:chgData name="Dayala Joshitha" userId="89442c6b48360d7d" providerId="LiveId" clId="{6419B159-457A-4F2B-8BDA-0DDF97ADEC3C}" dt="2022-04-21T12:40:50.897" v="28" actId="478"/>
          <ac:spMkLst>
            <pc:docMk/>
            <pc:sldMk cId="2735931184" sldId="391"/>
            <ac:spMk id="10" creationId="{25DF5C5A-CB8F-4C56-8B6D-4B113B8ECCC6}"/>
          </ac:spMkLst>
        </pc:spChg>
        <pc:spChg chg="del">
          <ac:chgData name="Dayala Joshitha" userId="89442c6b48360d7d" providerId="LiveId" clId="{6419B159-457A-4F2B-8BDA-0DDF97ADEC3C}" dt="2022-04-21T12:40:50.897" v="28" actId="478"/>
          <ac:spMkLst>
            <pc:docMk/>
            <pc:sldMk cId="2735931184" sldId="391"/>
            <ac:spMk id="11" creationId="{9D6F44C9-B8B9-4AE4-BF42-3CDB8199B4B6}"/>
          </ac:spMkLst>
        </pc:spChg>
        <pc:spChg chg="del">
          <ac:chgData name="Dayala Joshitha" userId="89442c6b48360d7d" providerId="LiveId" clId="{6419B159-457A-4F2B-8BDA-0DDF97ADEC3C}" dt="2022-04-21T12:40:54.907" v="29" actId="478"/>
          <ac:spMkLst>
            <pc:docMk/>
            <pc:sldMk cId="2735931184" sldId="391"/>
            <ac:spMk id="12" creationId="{35EE9CD2-A5BF-47C5-BC42-ED0A993294D0}"/>
          </ac:spMkLst>
        </pc:spChg>
        <pc:spChg chg="del">
          <ac:chgData name="Dayala Joshitha" userId="89442c6b48360d7d" providerId="LiveId" clId="{6419B159-457A-4F2B-8BDA-0DDF97ADEC3C}" dt="2022-04-21T12:40:54.907" v="29" actId="478"/>
          <ac:spMkLst>
            <pc:docMk/>
            <pc:sldMk cId="2735931184" sldId="391"/>
            <ac:spMk id="13" creationId="{491A1949-E190-4EE0-A967-AEC5D44F7D85}"/>
          </ac:spMkLst>
        </pc:spChg>
        <pc:spChg chg="del">
          <ac:chgData name="Dayala Joshitha" userId="89442c6b48360d7d" providerId="LiveId" clId="{6419B159-457A-4F2B-8BDA-0DDF97ADEC3C}" dt="2022-04-21T12:40:54.907" v="29" actId="478"/>
          <ac:spMkLst>
            <pc:docMk/>
            <pc:sldMk cId="2735931184" sldId="391"/>
            <ac:spMk id="14" creationId="{2590DCCE-B638-4C75-A69F-13AD2DF8E575}"/>
          </ac:spMkLst>
        </pc:spChg>
        <pc:spChg chg="del">
          <ac:chgData name="Dayala Joshitha" userId="89442c6b48360d7d" providerId="LiveId" clId="{6419B159-457A-4F2B-8BDA-0DDF97ADEC3C}" dt="2022-04-21T12:40:54.907" v="29" actId="478"/>
          <ac:spMkLst>
            <pc:docMk/>
            <pc:sldMk cId="2735931184" sldId="391"/>
            <ac:spMk id="15" creationId="{EF865C9C-7350-4130-97D6-8A0226EC29E9}"/>
          </ac:spMkLst>
        </pc:spChg>
        <pc:spChg chg="del">
          <ac:chgData name="Dayala Joshitha" userId="89442c6b48360d7d" providerId="LiveId" clId="{6419B159-457A-4F2B-8BDA-0DDF97ADEC3C}" dt="2022-04-21T12:40:50.897" v="28" actId="478"/>
          <ac:spMkLst>
            <pc:docMk/>
            <pc:sldMk cId="2735931184" sldId="391"/>
            <ac:spMk id="16" creationId="{A13F6E09-E3EF-4D7F-8F1E-4F205377B739}"/>
          </ac:spMkLst>
        </pc:spChg>
        <pc:spChg chg="del">
          <ac:chgData name="Dayala Joshitha" userId="89442c6b48360d7d" providerId="LiveId" clId="{6419B159-457A-4F2B-8BDA-0DDF97ADEC3C}" dt="2022-04-21T12:40:50.897" v="28" actId="478"/>
          <ac:spMkLst>
            <pc:docMk/>
            <pc:sldMk cId="2735931184" sldId="391"/>
            <ac:spMk id="17" creationId="{34579133-5A3E-4CE2-BF6C-0039994EA9DC}"/>
          </ac:spMkLst>
        </pc:spChg>
        <pc:spChg chg="del">
          <ac:chgData name="Dayala Joshitha" userId="89442c6b48360d7d" providerId="LiveId" clId="{6419B159-457A-4F2B-8BDA-0DDF97ADEC3C}" dt="2022-04-21T12:40:54.907" v="29" actId="478"/>
          <ac:spMkLst>
            <pc:docMk/>
            <pc:sldMk cId="2735931184" sldId="391"/>
            <ac:spMk id="18" creationId="{DE94EEA9-6854-49C3-BFC0-314F6B2728FC}"/>
          </ac:spMkLst>
        </pc:spChg>
        <pc:spChg chg="del">
          <ac:chgData name="Dayala Joshitha" userId="89442c6b48360d7d" providerId="LiveId" clId="{6419B159-457A-4F2B-8BDA-0DDF97ADEC3C}" dt="2022-04-21T12:40:50.897" v="28" actId="478"/>
          <ac:spMkLst>
            <pc:docMk/>
            <pc:sldMk cId="2735931184" sldId="391"/>
            <ac:spMk id="19" creationId="{E80B15DC-9BEE-4B9B-B0C3-A500E591777D}"/>
          </ac:spMkLst>
        </pc:spChg>
        <pc:spChg chg="del">
          <ac:chgData name="Dayala Joshitha" userId="89442c6b48360d7d" providerId="LiveId" clId="{6419B159-457A-4F2B-8BDA-0DDF97ADEC3C}" dt="2022-04-21T12:40:50.897" v="28" actId="478"/>
          <ac:spMkLst>
            <pc:docMk/>
            <pc:sldMk cId="2735931184" sldId="391"/>
            <ac:spMk id="20" creationId="{E4EBE178-6E50-49A9-A314-A2A22E19B973}"/>
          </ac:spMkLst>
        </pc:spChg>
        <pc:spChg chg="del">
          <ac:chgData name="Dayala Joshitha" userId="89442c6b48360d7d" providerId="LiveId" clId="{6419B159-457A-4F2B-8BDA-0DDF97ADEC3C}" dt="2022-04-21T12:40:50.897" v="28" actId="478"/>
          <ac:spMkLst>
            <pc:docMk/>
            <pc:sldMk cId="2735931184" sldId="391"/>
            <ac:spMk id="21" creationId="{59272EC4-1E9E-46BF-B615-3BC1B2089807}"/>
          </ac:spMkLst>
        </pc:spChg>
        <pc:spChg chg="del">
          <ac:chgData name="Dayala Joshitha" userId="89442c6b48360d7d" providerId="LiveId" clId="{6419B159-457A-4F2B-8BDA-0DDF97ADEC3C}" dt="2022-04-21T12:40:50.897" v="28" actId="478"/>
          <ac:spMkLst>
            <pc:docMk/>
            <pc:sldMk cId="2735931184" sldId="391"/>
            <ac:spMk id="22" creationId="{A19A8C39-45A0-48F9-AFEB-64669CB6C0C4}"/>
          </ac:spMkLst>
        </pc:spChg>
        <pc:spChg chg="del">
          <ac:chgData name="Dayala Joshitha" userId="89442c6b48360d7d" providerId="LiveId" clId="{6419B159-457A-4F2B-8BDA-0DDF97ADEC3C}" dt="2022-04-21T12:40:50.897" v="28" actId="478"/>
          <ac:spMkLst>
            <pc:docMk/>
            <pc:sldMk cId="2735931184" sldId="391"/>
            <ac:spMk id="23" creationId="{35DA37FE-0433-46FD-A58A-AA82D50A4A37}"/>
          </ac:spMkLst>
        </pc:spChg>
        <pc:spChg chg="del">
          <ac:chgData name="Dayala Joshitha" userId="89442c6b48360d7d" providerId="LiveId" clId="{6419B159-457A-4F2B-8BDA-0DDF97ADEC3C}" dt="2022-04-21T12:40:50.897" v="28" actId="478"/>
          <ac:spMkLst>
            <pc:docMk/>
            <pc:sldMk cId="2735931184" sldId="391"/>
            <ac:spMk id="24" creationId="{68B7B2B5-11C6-4F0A-A38D-FBEC9367B183}"/>
          </ac:spMkLst>
        </pc:spChg>
        <pc:spChg chg="del">
          <ac:chgData name="Dayala Joshitha" userId="89442c6b48360d7d" providerId="LiveId" clId="{6419B159-457A-4F2B-8BDA-0DDF97ADEC3C}" dt="2022-04-21T12:40:50.897" v="28" actId="478"/>
          <ac:spMkLst>
            <pc:docMk/>
            <pc:sldMk cId="2735931184" sldId="391"/>
            <ac:spMk id="25" creationId="{656DDF40-2410-432B-80E0-373D9FB9B48C}"/>
          </ac:spMkLst>
        </pc:spChg>
        <pc:spChg chg="del">
          <ac:chgData name="Dayala Joshitha" userId="89442c6b48360d7d" providerId="LiveId" clId="{6419B159-457A-4F2B-8BDA-0DDF97ADEC3C}" dt="2022-04-21T12:40:50.897" v="28" actId="478"/>
          <ac:spMkLst>
            <pc:docMk/>
            <pc:sldMk cId="2735931184" sldId="391"/>
            <ac:spMk id="26" creationId="{CCCEF76C-9399-4A3E-AACC-3DBF7E7501D1}"/>
          </ac:spMkLst>
        </pc:spChg>
        <pc:spChg chg="del">
          <ac:chgData name="Dayala Joshitha" userId="89442c6b48360d7d" providerId="LiveId" clId="{6419B159-457A-4F2B-8BDA-0DDF97ADEC3C}" dt="2022-04-21T12:40:50.897" v="28" actId="478"/>
          <ac:spMkLst>
            <pc:docMk/>
            <pc:sldMk cId="2735931184" sldId="391"/>
            <ac:spMk id="27" creationId="{0BE912E3-F355-4D4E-85A0-73FFC5F1D82C}"/>
          </ac:spMkLst>
        </pc:spChg>
        <pc:spChg chg="del">
          <ac:chgData name="Dayala Joshitha" userId="89442c6b48360d7d" providerId="LiveId" clId="{6419B159-457A-4F2B-8BDA-0DDF97ADEC3C}" dt="2022-04-21T12:40:50.897" v="28" actId="478"/>
          <ac:spMkLst>
            <pc:docMk/>
            <pc:sldMk cId="2735931184" sldId="391"/>
            <ac:spMk id="28" creationId="{C3796FB6-28AF-4382-87E7-B9B417D25A61}"/>
          </ac:spMkLst>
        </pc:spChg>
        <pc:spChg chg="del">
          <ac:chgData name="Dayala Joshitha" userId="89442c6b48360d7d" providerId="LiveId" clId="{6419B159-457A-4F2B-8BDA-0DDF97ADEC3C}" dt="2022-04-21T12:40:50.897" v="28" actId="478"/>
          <ac:spMkLst>
            <pc:docMk/>
            <pc:sldMk cId="2735931184" sldId="391"/>
            <ac:spMk id="30" creationId="{507755D7-BBC3-480B-90EF-B9C0D1A74177}"/>
          </ac:spMkLst>
        </pc:spChg>
        <pc:spChg chg="del">
          <ac:chgData name="Dayala Joshitha" userId="89442c6b48360d7d" providerId="LiveId" clId="{6419B159-457A-4F2B-8BDA-0DDF97ADEC3C}" dt="2022-04-21T12:40:54.907" v="29" actId="478"/>
          <ac:spMkLst>
            <pc:docMk/>
            <pc:sldMk cId="2735931184" sldId="391"/>
            <ac:spMk id="31" creationId="{E393F96E-7E45-4ABF-9B2B-0B5905750110}"/>
          </ac:spMkLst>
        </pc:spChg>
        <pc:spChg chg="del">
          <ac:chgData name="Dayala Joshitha" userId="89442c6b48360d7d" providerId="LiveId" clId="{6419B159-457A-4F2B-8BDA-0DDF97ADEC3C}" dt="2022-04-21T12:40:50.897" v="28" actId="478"/>
          <ac:spMkLst>
            <pc:docMk/>
            <pc:sldMk cId="2735931184" sldId="391"/>
            <ac:spMk id="32" creationId="{E6C477CD-473E-4803-BD0B-6BDA412E72D7}"/>
          </ac:spMkLst>
        </pc:spChg>
        <pc:spChg chg="del">
          <ac:chgData name="Dayala Joshitha" userId="89442c6b48360d7d" providerId="LiveId" clId="{6419B159-457A-4F2B-8BDA-0DDF97ADEC3C}" dt="2022-04-21T12:40:50.897" v="28" actId="478"/>
          <ac:spMkLst>
            <pc:docMk/>
            <pc:sldMk cId="2735931184" sldId="391"/>
            <ac:spMk id="33" creationId="{DAABF1D8-80F2-460E-B241-AC813F0A70F4}"/>
          </ac:spMkLst>
        </pc:spChg>
        <pc:spChg chg="del">
          <ac:chgData name="Dayala Joshitha" userId="89442c6b48360d7d" providerId="LiveId" clId="{6419B159-457A-4F2B-8BDA-0DDF97ADEC3C}" dt="2022-04-21T12:40:54.907" v="29" actId="478"/>
          <ac:spMkLst>
            <pc:docMk/>
            <pc:sldMk cId="2735931184" sldId="391"/>
            <ac:spMk id="34" creationId="{80F3F0F2-5DF0-4236-A59F-47F2CBE30EB7}"/>
          </ac:spMkLst>
        </pc:spChg>
        <pc:spChg chg="del">
          <ac:chgData name="Dayala Joshitha" userId="89442c6b48360d7d" providerId="LiveId" clId="{6419B159-457A-4F2B-8BDA-0DDF97ADEC3C}" dt="2022-04-21T12:40:54.907" v="29" actId="478"/>
          <ac:spMkLst>
            <pc:docMk/>
            <pc:sldMk cId="2735931184" sldId="391"/>
            <ac:spMk id="35" creationId="{E4DE3D71-8CF9-41CB-AB98-80082AE81ACB}"/>
          </ac:spMkLst>
        </pc:spChg>
        <pc:spChg chg="mod">
          <ac:chgData name="Dayala Joshitha" userId="89442c6b48360d7d" providerId="LiveId" clId="{6419B159-457A-4F2B-8BDA-0DDF97ADEC3C}" dt="2022-05-01T16:01:45.839" v="1479" actId="1076"/>
          <ac:spMkLst>
            <pc:docMk/>
            <pc:sldMk cId="2735931184" sldId="391"/>
            <ac:spMk id="37" creationId="{02430C67-2BC8-4C18-B277-5470193B80AB}"/>
          </ac:spMkLst>
        </pc:spChg>
        <pc:picChg chg="add mod">
          <ac:chgData name="Dayala Joshitha" userId="89442c6b48360d7d" providerId="LiveId" clId="{6419B159-457A-4F2B-8BDA-0DDF97ADEC3C}" dt="2022-05-01T16:01:50.352" v="1480" actId="1076"/>
          <ac:picMkLst>
            <pc:docMk/>
            <pc:sldMk cId="2735931184" sldId="391"/>
            <ac:picMk id="5" creationId="{3070A496-0F68-46B0-BA0F-E6B52CCAB46D}"/>
          </ac:picMkLst>
        </pc:picChg>
      </pc:sldChg>
      <pc:sldChg chg="modSp mod">
        <pc:chgData name="Dayala Joshitha" userId="89442c6b48360d7d" providerId="LiveId" clId="{6419B159-457A-4F2B-8BDA-0DDF97ADEC3C}" dt="2022-05-01T15:49:00.841" v="1293" actId="255"/>
        <pc:sldMkLst>
          <pc:docMk/>
          <pc:sldMk cId="3331074042" sldId="392"/>
        </pc:sldMkLst>
        <pc:spChg chg="mod">
          <ac:chgData name="Dayala Joshitha" userId="89442c6b48360d7d" providerId="LiveId" clId="{6419B159-457A-4F2B-8BDA-0DDF97ADEC3C}" dt="2022-05-01T15:48:53.986" v="1292" actId="255"/>
          <ac:spMkLst>
            <pc:docMk/>
            <pc:sldMk cId="3331074042" sldId="392"/>
            <ac:spMk id="2" creationId="{EA9284B9-7B97-4C77-8B5E-D11A36F30046}"/>
          </ac:spMkLst>
        </pc:spChg>
        <pc:spChg chg="mod">
          <ac:chgData name="Dayala Joshitha" userId="89442c6b48360d7d" providerId="LiveId" clId="{6419B159-457A-4F2B-8BDA-0DDF97ADEC3C}" dt="2022-05-01T15:49:00.841" v="1293" actId="255"/>
          <ac:spMkLst>
            <pc:docMk/>
            <pc:sldMk cId="3331074042" sldId="392"/>
            <ac:spMk id="3" creationId="{050309F7-AC16-453C-AA11-5DAB928213F2}"/>
          </ac:spMkLst>
        </pc:spChg>
        <pc:spChg chg="mod">
          <ac:chgData name="Dayala Joshitha" userId="89442c6b48360d7d" providerId="LiveId" clId="{6419B159-457A-4F2B-8BDA-0DDF97ADEC3C}" dt="2022-05-01T15:48:47.219" v="1291" actId="2711"/>
          <ac:spMkLst>
            <pc:docMk/>
            <pc:sldMk cId="3331074042" sldId="392"/>
            <ac:spMk id="4" creationId="{1CDA1021-2237-44D8-8109-777344E89E01}"/>
          </ac:spMkLst>
        </pc:spChg>
      </pc:sldChg>
      <pc:sldChg chg="modSp mod ord">
        <pc:chgData name="Dayala Joshitha" userId="89442c6b48360d7d" providerId="LiveId" clId="{6419B159-457A-4F2B-8BDA-0DDF97ADEC3C}" dt="2022-05-01T15:57:03.510" v="1412" actId="207"/>
        <pc:sldMkLst>
          <pc:docMk/>
          <pc:sldMk cId="4234227474" sldId="393"/>
        </pc:sldMkLst>
        <pc:spChg chg="mod">
          <ac:chgData name="Dayala Joshitha" userId="89442c6b48360d7d" providerId="LiveId" clId="{6419B159-457A-4F2B-8BDA-0DDF97ADEC3C}" dt="2022-05-01T15:57:03.510" v="1412" actId="207"/>
          <ac:spMkLst>
            <pc:docMk/>
            <pc:sldMk cId="4234227474" sldId="393"/>
            <ac:spMk id="2" creationId="{9B7DC2E3-312D-4A3F-9326-F18525E77C2B}"/>
          </ac:spMkLst>
        </pc:spChg>
      </pc:sldChg>
      <pc:sldChg chg="addSp delSp modSp mod ord">
        <pc:chgData name="Dayala Joshitha" userId="89442c6b48360d7d" providerId="LiveId" clId="{6419B159-457A-4F2B-8BDA-0DDF97ADEC3C}" dt="2022-05-01T15:57:33.427" v="1417" actId="1076"/>
        <pc:sldMkLst>
          <pc:docMk/>
          <pc:sldMk cId="2795540766" sldId="394"/>
        </pc:sldMkLst>
        <pc:spChg chg="mod">
          <ac:chgData name="Dayala Joshitha" userId="89442c6b48360d7d" providerId="LiveId" clId="{6419B159-457A-4F2B-8BDA-0DDF97ADEC3C}" dt="2022-05-01T15:57:33.427" v="1417" actId="1076"/>
          <ac:spMkLst>
            <pc:docMk/>
            <pc:sldMk cId="2795540766" sldId="394"/>
            <ac:spMk id="2" creationId="{F27A3B54-E103-474F-A64E-B6875670B155}"/>
          </ac:spMkLst>
        </pc:spChg>
        <pc:spChg chg="mod">
          <ac:chgData name="Dayala Joshitha" userId="89442c6b48360d7d" providerId="LiveId" clId="{6419B159-457A-4F2B-8BDA-0DDF97ADEC3C}" dt="2022-04-21T17:29:35.021" v="575" actId="6549"/>
          <ac:spMkLst>
            <pc:docMk/>
            <pc:sldMk cId="2795540766" sldId="394"/>
            <ac:spMk id="3" creationId="{35C93CC5-E668-4B02-A67A-5C91C6E700F3}"/>
          </ac:spMkLst>
        </pc:spChg>
        <pc:spChg chg="add del mod">
          <ac:chgData name="Dayala Joshitha" userId="89442c6b48360d7d" providerId="LiveId" clId="{6419B159-457A-4F2B-8BDA-0DDF97ADEC3C}" dt="2022-04-22T01:05:47.986" v="811"/>
          <ac:spMkLst>
            <pc:docMk/>
            <pc:sldMk cId="2795540766" sldId="394"/>
            <ac:spMk id="5" creationId="{5606BB7D-4AC9-4BE9-A760-DEB229486B57}"/>
          </ac:spMkLst>
        </pc:spChg>
        <pc:spChg chg="add mod">
          <ac:chgData name="Dayala Joshitha" userId="89442c6b48360d7d" providerId="LiveId" clId="{6419B159-457A-4F2B-8BDA-0DDF97ADEC3C}" dt="2022-05-01T15:57:29.128" v="1416" actId="255"/>
          <ac:spMkLst>
            <pc:docMk/>
            <pc:sldMk cId="2795540766" sldId="394"/>
            <ac:spMk id="9" creationId="{D678DB52-33BE-4FA4-9252-34468473FA0F}"/>
          </ac:spMkLst>
        </pc:spChg>
        <pc:picChg chg="add del mod">
          <ac:chgData name="Dayala Joshitha" userId="89442c6b48360d7d" providerId="LiveId" clId="{6419B159-457A-4F2B-8BDA-0DDF97ADEC3C}" dt="2022-04-22T00:57:58.700" v="766" actId="478"/>
          <ac:picMkLst>
            <pc:docMk/>
            <pc:sldMk cId="2795540766" sldId="394"/>
            <ac:picMk id="6" creationId="{0A0D18B6-1795-4D94-BD86-10A412BC9CBB}"/>
          </ac:picMkLst>
        </pc:picChg>
        <pc:picChg chg="add del mod">
          <ac:chgData name="Dayala Joshitha" userId="89442c6b48360d7d" providerId="LiveId" clId="{6419B159-457A-4F2B-8BDA-0DDF97ADEC3C}" dt="2022-04-22T01:00:22.956" v="783" actId="478"/>
          <ac:picMkLst>
            <pc:docMk/>
            <pc:sldMk cId="2795540766" sldId="394"/>
            <ac:picMk id="7" creationId="{6BC00FFD-9208-4007-B951-B23294B7A85D}"/>
          </ac:picMkLst>
        </pc:picChg>
        <pc:picChg chg="add mod">
          <ac:chgData name="Dayala Joshitha" userId="89442c6b48360d7d" providerId="LiveId" clId="{6419B159-457A-4F2B-8BDA-0DDF97ADEC3C}" dt="2022-04-22T01:05:28.755" v="808" actId="14100"/>
          <ac:picMkLst>
            <pc:docMk/>
            <pc:sldMk cId="2795540766" sldId="394"/>
            <ac:picMk id="8" creationId="{87320CA9-99F0-4B8F-A806-EF91D82EAE90}"/>
          </ac:picMkLst>
        </pc:picChg>
        <pc:picChg chg="del mod">
          <ac:chgData name="Dayala Joshitha" userId="89442c6b48360d7d" providerId="LiveId" clId="{6419B159-457A-4F2B-8BDA-0DDF97ADEC3C}" dt="2022-04-21T17:25:40.886" v="533" actId="478"/>
          <ac:picMkLst>
            <pc:docMk/>
            <pc:sldMk cId="2795540766" sldId="394"/>
            <ac:picMk id="1026" creationId="{C73A67A9-D298-4894-91BD-D8B6384AC0B5}"/>
          </ac:picMkLst>
        </pc:picChg>
      </pc:sldChg>
      <pc:sldChg chg="modSp mod ord">
        <pc:chgData name="Dayala Joshitha" userId="89442c6b48360d7d" providerId="LiveId" clId="{6419B159-457A-4F2B-8BDA-0DDF97ADEC3C}" dt="2022-05-01T15:57:54.811" v="1421" actId="255"/>
        <pc:sldMkLst>
          <pc:docMk/>
          <pc:sldMk cId="3107957983" sldId="395"/>
        </pc:sldMkLst>
        <pc:spChg chg="mod">
          <ac:chgData name="Dayala Joshitha" userId="89442c6b48360d7d" providerId="LiveId" clId="{6419B159-457A-4F2B-8BDA-0DDF97ADEC3C}" dt="2022-05-01T15:57:47.595" v="1420" actId="255"/>
          <ac:spMkLst>
            <pc:docMk/>
            <pc:sldMk cId="3107957983" sldId="395"/>
            <ac:spMk id="2" creationId="{EFB828AF-088B-4DE9-8D5E-0CA847183688}"/>
          </ac:spMkLst>
        </pc:spChg>
        <pc:spChg chg="mod">
          <ac:chgData name="Dayala Joshitha" userId="89442c6b48360d7d" providerId="LiveId" clId="{6419B159-457A-4F2B-8BDA-0DDF97ADEC3C}" dt="2022-05-01T15:57:54.811" v="1421" actId="255"/>
          <ac:spMkLst>
            <pc:docMk/>
            <pc:sldMk cId="3107957983" sldId="395"/>
            <ac:spMk id="3" creationId="{03D32BEC-84AA-4CD4-B57A-5674F2D590F8}"/>
          </ac:spMkLst>
        </pc:spChg>
      </pc:sldChg>
      <pc:sldChg chg="addSp delSp modSp del mod ord">
        <pc:chgData name="Dayala Joshitha" userId="89442c6b48360d7d" providerId="LiveId" clId="{6419B159-457A-4F2B-8BDA-0DDF97ADEC3C}" dt="2022-04-21T17:39:23.663" v="674" actId="2696"/>
        <pc:sldMkLst>
          <pc:docMk/>
          <pc:sldMk cId="402998435" sldId="396"/>
        </pc:sldMkLst>
        <pc:spChg chg="mod">
          <ac:chgData name="Dayala Joshitha" userId="89442c6b48360d7d" providerId="LiveId" clId="{6419B159-457A-4F2B-8BDA-0DDF97ADEC3C}" dt="2022-04-21T17:30:05.269" v="595" actId="20577"/>
          <ac:spMkLst>
            <pc:docMk/>
            <pc:sldMk cId="402998435" sldId="396"/>
            <ac:spMk id="2" creationId="{5405E912-E9A6-4633-B0B8-28840E1E4CFF}"/>
          </ac:spMkLst>
        </pc:spChg>
        <pc:spChg chg="del mod">
          <ac:chgData name="Dayala Joshitha" userId="89442c6b48360d7d" providerId="LiveId" clId="{6419B159-457A-4F2B-8BDA-0DDF97ADEC3C}" dt="2022-04-21T17:30:39.997" v="599"/>
          <ac:spMkLst>
            <pc:docMk/>
            <pc:sldMk cId="402998435" sldId="396"/>
            <ac:spMk id="3" creationId="{B31EAA60-789A-4CD9-B9E8-EBDD30469764}"/>
          </ac:spMkLst>
        </pc:spChg>
        <pc:spChg chg="add del">
          <ac:chgData name="Dayala Joshitha" userId="89442c6b48360d7d" providerId="LiveId" clId="{6419B159-457A-4F2B-8BDA-0DDF97ADEC3C}" dt="2022-04-21T17:30:36.659" v="597"/>
          <ac:spMkLst>
            <pc:docMk/>
            <pc:sldMk cId="402998435" sldId="396"/>
            <ac:spMk id="5" creationId="{58516370-DD0E-43D9-9DFB-473B312ED751}"/>
          </ac:spMkLst>
        </pc:spChg>
        <pc:spChg chg="add mod">
          <ac:chgData name="Dayala Joshitha" userId="89442c6b48360d7d" providerId="LiveId" clId="{6419B159-457A-4F2B-8BDA-0DDF97ADEC3C}" dt="2022-04-21T17:34:41.858" v="623" actId="1076"/>
          <ac:spMkLst>
            <pc:docMk/>
            <pc:sldMk cId="402998435" sldId="396"/>
            <ac:spMk id="6" creationId="{262083BF-2AC8-4847-87AF-DB788AA78528}"/>
          </ac:spMkLst>
        </pc:spChg>
        <pc:spChg chg="add del">
          <ac:chgData name="Dayala Joshitha" userId="89442c6b48360d7d" providerId="LiveId" clId="{6419B159-457A-4F2B-8BDA-0DDF97ADEC3C}" dt="2022-04-21T17:33:21.681" v="611"/>
          <ac:spMkLst>
            <pc:docMk/>
            <pc:sldMk cId="402998435" sldId="396"/>
            <ac:spMk id="7" creationId="{9C450EF9-27AC-461D-A0A1-9B915B408590}"/>
          </ac:spMkLst>
        </pc:spChg>
        <pc:spChg chg="add mod">
          <ac:chgData name="Dayala Joshitha" userId="89442c6b48360d7d" providerId="LiveId" clId="{6419B159-457A-4F2B-8BDA-0DDF97ADEC3C}" dt="2022-04-21T17:39:19.140" v="673" actId="6549"/>
          <ac:spMkLst>
            <pc:docMk/>
            <pc:sldMk cId="402998435" sldId="396"/>
            <ac:spMk id="8" creationId="{F9B03B31-4BEE-4DA8-838C-635FE594B8EA}"/>
          </ac:spMkLst>
        </pc:spChg>
      </pc:sldChg>
      <pc:sldChg chg="modSp del mod">
        <pc:chgData name="Dayala Joshitha" userId="89442c6b48360d7d" providerId="LiveId" clId="{6419B159-457A-4F2B-8BDA-0DDF97ADEC3C}" dt="2022-04-21T17:40:12.310" v="680" actId="2696"/>
        <pc:sldMkLst>
          <pc:docMk/>
          <pc:sldMk cId="2002989375" sldId="397"/>
        </pc:sldMkLst>
        <pc:spChg chg="mod">
          <ac:chgData name="Dayala Joshitha" userId="89442c6b48360d7d" providerId="LiveId" clId="{6419B159-457A-4F2B-8BDA-0DDF97ADEC3C}" dt="2022-04-21T17:40:08.446" v="679" actId="6549"/>
          <ac:spMkLst>
            <pc:docMk/>
            <pc:sldMk cId="2002989375" sldId="397"/>
            <ac:spMk id="3" creationId="{D7D043A7-16C2-4659-B690-5B3FF2C822A7}"/>
          </ac:spMkLst>
        </pc:spChg>
      </pc:sldChg>
      <pc:sldChg chg="modSp mod ord">
        <pc:chgData name="Dayala Joshitha" userId="89442c6b48360d7d" providerId="LiveId" clId="{6419B159-457A-4F2B-8BDA-0DDF97ADEC3C}" dt="2022-05-01T15:54:17.166" v="1355" actId="20577"/>
        <pc:sldMkLst>
          <pc:docMk/>
          <pc:sldMk cId="1915577990" sldId="398"/>
        </pc:sldMkLst>
        <pc:spChg chg="mod">
          <ac:chgData name="Dayala Joshitha" userId="89442c6b48360d7d" providerId="LiveId" clId="{6419B159-457A-4F2B-8BDA-0DDF97ADEC3C}" dt="2022-05-01T15:52:51.561" v="1331" actId="1076"/>
          <ac:spMkLst>
            <pc:docMk/>
            <pc:sldMk cId="1915577990" sldId="398"/>
            <ac:spMk id="2" creationId="{11A38056-0CD0-4A9F-A379-5CE9E6A81BAF}"/>
          </ac:spMkLst>
        </pc:spChg>
        <pc:spChg chg="mod">
          <ac:chgData name="Dayala Joshitha" userId="89442c6b48360d7d" providerId="LiveId" clId="{6419B159-457A-4F2B-8BDA-0DDF97ADEC3C}" dt="2022-05-01T15:53:52.089" v="1339" actId="1076"/>
          <ac:spMkLst>
            <pc:docMk/>
            <pc:sldMk cId="1915577990" sldId="398"/>
            <ac:spMk id="3" creationId="{EFDE5A74-7087-43BB-8C5B-474A174F2FEE}"/>
          </ac:spMkLst>
        </pc:spChg>
        <pc:spChg chg="mod">
          <ac:chgData name="Dayala Joshitha" userId="89442c6b48360d7d" providerId="LiveId" clId="{6419B159-457A-4F2B-8BDA-0DDF97ADEC3C}" dt="2022-05-01T15:54:17.166" v="1355" actId="20577"/>
          <ac:spMkLst>
            <pc:docMk/>
            <pc:sldMk cId="1915577990" sldId="398"/>
            <ac:spMk id="4" creationId="{335C50C3-C237-4977-B5E3-C23364BC2159}"/>
          </ac:spMkLst>
        </pc:spChg>
        <pc:spChg chg="mod">
          <ac:chgData name="Dayala Joshitha" userId="89442c6b48360d7d" providerId="LiveId" clId="{6419B159-457A-4F2B-8BDA-0DDF97ADEC3C}" dt="2022-05-01T15:53:12.329" v="1332" actId="1076"/>
          <ac:spMkLst>
            <pc:docMk/>
            <pc:sldMk cId="1915577990" sldId="398"/>
            <ac:spMk id="5" creationId="{1B5EE850-DB09-4676-ACD3-6FDC8B0F6D9A}"/>
          </ac:spMkLst>
        </pc:spChg>
        <pc:spChg chg="mod">
          <ac:chgData name="Dayala Joshitha" userId="89442c6b48360d7d" providerId="LiveId" clId="{6419B159-457A-4F2B-8BDA-0DDF97ADEC3C}" dt="2022-05-01T15:53:15.948" v="1333" actId="1076"/>
          <ac:spMkLst>
            <pc:docMk/>
            <pc:sldMk cId="1915577990" sldId="398"/>
            <ac:spMk id="7" creationId="{F469FECC-3792-4C90-AA38-391678B93EA7}"/>
          </ac:spMkLst>
        </pc:spChg>
      </pc:sldChg>
      <pc:sldChg chg="modSp mod modShow">
        <pc:chgData name="Dayala Joshitha" userId="89442c6b48360d7d" providerId="LiveId" clId="{6419B159-457A-4F2B-8BDA-0DDF97ADEC3C}" dt="2022-04-22T04:34:24.156" v="1009" actId="729"/>
        <pc:sldMkLst>
          <pc:docMk/>
          <pc:sldMk cId="4203291552" sldId="399"/>
        </pc:sldMkLst>
        <pc:graphicFrameChg chg="modGraphic">
          <ac:chgData name="Dayala Joshitha" userId="89442c6b48360d7d" providerId="LiveId" clId="{6419B159-457A-4F2B-8BDA-0DDF97ADEC3C}" dt="2022-04-21T17:43:03.035" v="755" actId="20577"/>
          <ac:graphicFrameMkLst>
            <pc:docMk/>
            <pc:sldMk cId="4203291552" sldId="399"/>
            <ac:graphicFrameMk id="9" creationId="{739BBA61-214C-4793-B3EF-0B8D4F883520}"/>
          </ac:graphicFrameMkLst>
        </pc:graphicFrameChg>
      </pc:sldChg>
      <pc:sldChg chg="addSp delSp modSp add mod ord">
        <pc:chgData name="Dayala Joshitha" userId="89442c6b48360d7d" providerId="LiveId" clId="{6419B159-457A-4F2B-8BDA-0DDF97ADEC3C}" dt="2022-05-01T16:02:09.268" v="1484" actId="1076"/>
        <pc:sldMkLst>
          <pc:docMk/>
          <pc:sldMk cId="2877671349" sldId="400"/>
        </pc:sldMkLst>
        <pc:spChg chg="mod">
          <ac:chgData name="Dayala Joshitha" userId="89442c6b48360d7d" providerId="LiveId" clId="{6419B159-457A-4F2B-8BDA-0DDF97ADEC3C}" dt="2022-05-01T16:02:08.278" v="1483" actId="1076"/>
          <ac:spMkLst>
            <pc:docMk/>
            <pc:sldMk cId="2877671349" sldId="400"/>
            <ac:spMk id="37" creationId="{02430C67-2BC8-4C18-B277-5470193B80AB}"/>
          </ac:spMkLst>
        </pc:spChg>
        <pc:picChg chg="add mod">
          <ac:chgData name="Dayala Joshitha" userId="89442c6b48360d7d" providerId="LiveId" clId="{6419B159-457A-4F2B-8BDA-0DDF97ADEC3C}" dt="2022-05-01T16:02:09.268" v="1484" actId="1076"/>
          <ac:picMkLst>
            <pc:docMk/>
            <pc:sldMk cId="2877671349" sldId="400"/>
            <ac:picMk id="4" creationId="{BCC30FE4-3559-4478-BF17-2BE9FD7149D9}"/>
          </ac:picMkLst>
        </pc:picChg>
        <pc:picChg chg="del">
          <ac:chgData name="Dayala Joshitha" userId="89442c6b48360d7d" providerId="LiveId" clId="{6419B159-457A-4F2B-8BDA-0DDF97ADEC3C}" dt="2022-04-21T12:47:05.626" v="90" actId="478"/>
          <ac:picMkLst>
            <pc:docMk/>
            <pc:sldMk cId="2877671349" sldId="400"/>
            <ac:picMk id="5" creationId="{3070A496-0F68-46B0-BA0F-E6B52CCAB46D}"/>
          </ac:picMkLst>
        </pc:picChg>
      </pc:sldChg>
      <pc:sldChg chg="addSp delSp modSp add mod ord">
        <pc:chgData name="Dayala Joshitha" userId="89442c6b48360d7d" providerId="LiveId" clId="{6419B159-457A-4F2B-8BDA-0DDF97ADEC3C}" dt="2022-05-01T15:54:35.884" v="1357" actId="255"/>
        <pc:sldMkLst>
          <pc:docMk/>
          <pc:sldMk cId="4095782484" sldId="401"/>
        </pc:sldMkLst>
        <pc:spChg chg="add del">
          <ac:chgData name="Dayala Joshitha" userId="89442c6b48360d7d" providerId="LiveId" clId="{6419B159-457A-4F2B-8BDA-0DDF97ADEC3C}" dt="2022-04-21T12:50:40.265" v="139" actId="22"/>
          <ac:spMkLst>
            <pc:docMk/>
            <pc:sldMk cId="4095782484" sldId="401"/>
            <ac:spMk id="6" creationId="{556E1B17-4008-45AB-A295-4BD0FD66D01E}"/>
          </ac:spMkLst>
        </pc:spChg>
        <pc:spChg chg="mod">
          <ac:chgData name="Dayala Joshitha" userId="89442c6b48360d7d" providerId="LiveId" clId="{6419B159-457A-4F2B-8BDA-0DDF97ADEC3C}" dt="2022-05-01T15:54:35.884" v="1357" actId="255"/>
          <ac:spMkLst>
            <pc:docMk/>
            <pc:sldMk cId="4095782484" sldId="401"/>
            <ac:spMk id="37" creationId="{02430C67-2BC8-4C18-B277-5470193B80AB}"/>
          </ac:spMkLst>
        </pc:spChg>
        <pc:picChg chg="del">
          <ac:chgData name="Dayala Joshitha" userId="89442c6b48360d7d" providerId="LiveId" clId="{6419B159-457A-4F2B-8BDA-0DDF97ADEC3C}" dt="2022-04-21T12:49:47.916" v="95" actId="478"/>
          <ac:picMkLst>
            <pc:docMk/>
            <pc:sldMk cId="4095782484" sldId="401"/>
            <ac:picMk id="5" creationId="{3070A496-0F68-46B0-BA0F-E6B52CCAB46D}"/>
          </ac:picMkLst>
        </pc:picChg>
        <pc:picChg chg="add mod">
          <ac:chgData name="Dayala Joshitha" userId="89442c6b48360d7d" providerId="LiveId" clId="{6419B159-457A-4F2B-8BDA-0DDF97ADEC3C}" dt="2022-04-21T12:51:12.791" v="147" actId="14100"/>
          <ac:picMkLst>
            <pc:docMk/>
            <pc:sldMk cId="4095782484" sldId="401"/>
            <ac:picMk id="7" creationId="{3BCEAE27-7756-4CB5-A9C3-601F7449E746}"/>
          </ac:picMkLst>
        </pc:picChg>
      </pc:sldChg>
      <pc:sldChg chg="modSp new mod ord">
        <pc:chgData name="Dayala Joshitha" userId="89442c6b48360d7d" providerId="LiveId" clId="{6419B159-457A-4F2B-8BDA-0DDF97ADEC3C}" dt="2022-05-01T16:02:30.642" v="1488" actId="1076"/>
        <pc:sldMkLst>
          <pc:docMk/>
          <pc:sldMk cId="1169653692" sldId="402"/>
        </pc:sldMkLst>
        <pc:spChg chg="mod">
          <ac:chgData name="Dayala Joshitha" userId="89442c6b48360d7d" providerId="LiveId" clId="{6419B159-457A-4F2B-8BDA-0DDF97ADEC3C}" dt="2022-05-01T16:02:26.468" v="1487" actId="1076"/>
          <ac:spMkLst>
            <pc:docMk/>
            <pc:sldMk cId="1169653692" sldId="402"/>
            <ac:spMk id="2" creationId="{23BE7884-1F62-459E-B21F-8EBE296F3FF9}"/>
          </ac:spMkLst>
        </pc:spChg>
        <pc:spChg chg="mod">
          <ac:chgData name="Dayala Joshitha" userId="89442c6b48360d7d" providerId="LiveId" clId="{6419B159-457A-4F2B-8BDA-0DDF97ADEC3C}" dt="2022-05-01T16:02:30.642" v="1488" actId="1076"/>
          <ac:spMkLst>
            <pc:docMk/>
            <pc:sldMk cId="1169653692" sldId="402"/>
            <ac:spMk id="3" creationId="{5EEFD4AE-C398-4089-A2C4-97E4835DBA02}"/>
          </ac:spMkLst>
        </pc:spChg>
      </pc:sldChg>
      <pc:sldChg chg="modSp new del mod">
        <pc:chgData name="Dayala Joshitha" userId="89442c6b48360d7d" providerId="LiveId" clId="{6419B159-457A-4F2B-8BDA-0DDF97ADEC3C}" dt="2022-04-21T16:48:03.833" v="428" actId="47"/>
        <pc:sldMkLst>
          <pc:docMk/>
          <pc:sldMk cId="1265753164" sldId="402"/>
        </pc:sldMkLst>
        <pc:spChg chg="mod">
          <ac:chgData name="Dayala Joshitha" userId="89442c6b48360d7d" providerId="LiveId" clId="{6419B159-457A-4F2B-8BDA-0DDF97ADEC3C}" dt="2022-04-21T16:47:50.242" v="427" actId="20577"/>
          <ac:spMkLst>
            <pc:docMk/>
            <pc:sldMk cId="1265753164" sldId="402"/>
            <ac:spMk id="2" creationId="{5E339961-2F57-4FEA-88EA-ED3BD43A4E19}"/>
          </ac:spMkLst>
        </pc:spChg>
      </pc:sldChg>
      <pc:sldChg chg="modSp new mod">
        <pc:chgData name="Dayala Joshitha" userId="89442c6b48360d7d" providerId="LiveId" clId="{6419B159-457A-4F2B-8BDA-0DDF97ADEC3C}" dt="2022-05-01T15:59:50.017" v="1461" actId="14100"/>
        <pc:sldMkLst>
          <pc:docMk/>
          <pc:sldMk cId="2967872988" sldId="403"/>
        </pc:sldMkLst>
        <pc:spChg chg="mod">
          <ac:chgData name="Dayala Joshitha" userId="89442c6b48360d7d" providerId="LiveId" clId="{6419B159-457A-4F2B-8BDA-0DDF97ADEC3C}" dt="2022-05-01T15:59:26.371" v="1457" actId="255"/>
          <ac:spMkLst>
            <pc:docMk/>
            <pc:sldMk cId="2967872988" sldId="403"/>
            <ac:spMk id="2" creationId="{3B20EBEF-AD6D-40D3-853B-CC79ECDD7544}"/>
          </ac:spMkLst>
        </pc:spChg>
        <pc:spChg chg="mod">
          <ac:chgData name="Dayala Joshitha" userId="89442c6b48360d7d" providerId="LiveId" clId="{6419B159-457A-4F2B-8BDA-0DDF97ADEC3C}" dt="2022-05-01T15:59:50.017" v="1461" actId="14100"/>
          <ac:spMkLst>
            <pc:docMk/>
            <pc:sldMk cId="2967872988" sldId="403"/>
            <ac:spMk id="3" creationId="{0DBCC6B4-FEE8-4C7C-8F34-9449C1BF9427}"/>
          </ac:spMkLst>
        </pc:spChg>
      </pc:sldChg>
      <pc:sldChg chg="addSp delSp modSp new mod">
        <pc:chgData name="Dayala Joshitha" userId="89442c6b48360d7d" providerId="LiveId" clId="{6419B159-457A-4F2B-8BDA-0DDF97ADEC3C}" dt="2022-05-01T16:02:47.598" v="1493" actId="1076"/>
        <pc:sldMkLst>
          <pc:docMk/>
          <pc:sldMk cId="1618417180" sldId="404"/>
        </pc:sldMkLst>
        <pc:spChg chg="mod">
          <ac:chgData name="Dayala Joshitha" userId="89442c6b48360d7d" providerId="LiveId" clId="{6419B159-457A-4F2B-8BDA-0DDF97ADEC3C}" dt="2022-05-01T16:02:45.336" v="1492" actId="1076"/>
          <ac:spMkLst>
            <pc:docMk/>
            <pc:sldMk cId="1618417180" sldId="404"/>
            <ac:spMk id="2" creationId="{692E76DA-D347-4732-8C60-C7742F7515E9}"/>
          </ac:spMkLst>
        </pc:spChg>
        <pc:picChg chg="add mod">
          <ac:chgData name="Dayala Joshitha" userId="89442c6b48360d7d" providerId="LiveId" clId="{6419B159-457A-4F2B-8BDA-0DDF97ADEC3C}" dt="2022-05-01T16:02:47.598" v="1493" actId="1076"/>
          <ac:picMkLst>
            <pc:docMk/>
            <pc:sldMk cId="1618417180" sldId="404"/>
            <ac:picMk id="5" creationId="{323B828F-694A-4EA5-B5A9-EB3354E8A59E}"/>
          </ac:picMkLst>
        </pc:picChg>
        <pc:picChg chg="add del mod">
          <ac:chgData name="Dayala Joshitha" userId="89442c6b48360d7d" providerId="LiveId" clId="{6419B159-457A-4F2B-8BDA-0DDF97ADEC3C}" dt="2022-04-22T01:14:38.416" v="871" actId="478"/>
          <ac:picMkLst>
            <pc:docMk/>
            <pc:sldMk cId="1618417180" sldId="404"/>
            <ac:picMk id="6" creationId="{100894AE-3AA5-44DD-90CF-4D90EBB2EEC3}"/>
          </ac:picMkLst>
        </pc:picChg>
      </pc:sldChg>
      <pc:sldChg chg="addSp modSp new mod">
        <pc:chgData name="Dayala Joshitha" userId="89442c6b48360d7d" providerId="LiveId" clId="{6419B159-457A-4F2B-8BDA-0DDF97ADEC3C}" dt="2022-05-01T15:59:04.442" v="1452" actId="14100"/>
        <pc:sldMkLst>
          <pc:docMk/>
          <pc:sldMk cId="505179003" sldId="405"/>
        </pc:sldMkLst>
        <pc:spChg chg="add mod">
          <ac:chgData name="Dayala Joshitha" userId="89442c6b48360d7d" providerId="LiveId" clId="{6419B159-457A-4F2B-8BDA-0DDF97ADEC3C}" dt="2022-05-01T15:59:04.442" v="1452" actId="14100"/>
          <ac:spMkLst>
            <pc:docMk/>
            <pc:sldMk cId="505179003" sldId="405"/>
            <ac:spMk id="4" creationId="{543D3060-D098-3481-6DB0-6DC991FE7983}"/>
          </ac:spMkLst>
        </pc:spChg>
        <pc:picChg chg="add mod">
          <ac:chgData name="Dayala Joshitha" userId="89442c6b48360d7d" providerId="LiveId" clId="{6419B159-457A-4F2B-8BDA-0DDF97ADEC3C}" dt="2022-05-01T15:58:14.891" v="1423" actId="1076"/>
          <ac:picMkLst>
            <pc:docMk/>
            <pc:sldMk cId="505179003" sldId="405"/>
            <ac:picMk id="3" creationId="{400D4D39-C11B-41EE-85CF-AD30606D63D0}"/>
          </ac:picMkLst>
        </pc:picChg>
      </pc:sldChg>
      <pc:sldChg chg="addSp modSp new mod">
        <pc:chgData name="Dayala Joshitha" userId="89442c6b48360d7d" providerId="LiveId" clId="{6419B159-457A-4F2B-8BDA-0DDF97ADEC3C}" dt="2022-04-22T01:12:14.610" v="870" actId="14100"/>
        <pc:sldMkLst>
          <pc:docMk/>
          <pc:sldMk cId="3370386317" sldId="406"/>
        </pc:sldMkLst>
        <pc:picChg chg="add mod">
          <ac:chgData name="Dayala Joshitha" userId="89442c6b48360d7d" providerId="LiveId" clId="{6419B159-457A-4F2B-8BDA-0DDF97ADEC3C}" dt="2022-04-22T01:11:49.480" v="866" actId="14100"/>
          <ac:picMkLst>
            <pc:docMk/>
            <pc:sldMk cId="3370386317" sldId="406"/>
            <ac:picMk id="3" creationId="{3F38B8EB-D9F1-4657-AE09-7156FF1995B3}"/>
          </ac:picMkLst>
        </pc:picChg>
        <pc:picChg chg="add mod">
          <ac:chgData name="Dayala Joshitha" userId="89442c6b48360d7d" providerId="LiveId" clId="{6419B159-457A-4F2B-8BDA-0DDF97ADEC3C}" dt="2022-04-22T01:11:53.710" v="867" actId="14100"/>
          <ac:picMkLst>
            <pc:docMk/>
            <pc:sldMk cId="3370386317" sldId="406"/>
            <ac:picMk id="4" creationId="{89B90441-A384-4750-B233-93DBB1641146}"/>
          </ac:picMkLst>
        </pc:picChg>
        <pc:picChg chg="add mod">
          <ac:chgData name="Dayala Joshitha" userId="89442c6b48360d7d" providerId="LiveId" clId="{6419B159-457A-4F2B-8BDA-0DDF97ADEC3C}" dt="2022-04-22T01:11:41.418" v="864" actId="14100"/>
          <ac:picMkLst>
            <pc:docMk/>
            <pc:sldMk cId="3370386317" sldId="406"/>
            <ac:picMk id="5" creationId="{486890F6-BC87-4650-A988-56BC0C04FC3E}"/>
          </ac:picMkLst>
        </pc:picChg>
        <pc:picChg chg="add mod">
          <ac:chgData name="Dayala Joshitha" userId="89442c6b48360d7d" providerId="LiveId" clId="{6419B159-457A-4F2B-8BDA-0DDF97ADEC3C}" dt="2022-04-22T01:12:14.610" v="870" actId="14100"/>
          <ac:picMkLst>
            <pc:docMk/>
            <pc:sldMk cId="3370386317" sldId="406"/>
            <ac:picMk id="6" creationId="{3F6AFE11-0C74-4372-87D5-EEF80784F9EB}"/>
          </ac:picMkLst>
        </pc:picChg>
      </pc:sldChg>
      <pc:sldChg chg="addSp modSp mod">
        <pc:chgData name="Dayala Joshitha" userId="89442c6b48360d7d" providerId="LiveId" clId="{6419B159-457A-4F2B-8BDA-0DDF97ADEC3C}" dt="2022-05-01T15:50:39.643" v="1320" actId="1076"/>
        <pc:sldMkLst>
          <pc:docMk/>
          <pc:sldMk cId="3363423782" sldId="407"/>
        </pc:sldMkLst>
        <pc:spChg chg="mod">
          <ac:chgData name="Dayala Joshitha" userId="89442c6b48360d7d" providerId="LiveId" clId="{6419B159-457A-4F2B-8BDA-0DDF97ADEC3C}" dt="2022-05-01T15:50:39.643" v="1320" actId="1076"/>
          <ac:spMkLst>
            <pc:docMk/>
            <pc:sldMk cId="3363423782" sldId="407"/>
            <ac:spMk id="2" creationId="{63614B70-2CBF-44BF-9CFD-1FCAE98597C3}"/>
          </ac:spMkLst>
        </pc:spChg>
        <pc:spChg chg="mod">
          <ac:chgData name="Dayala Joshitha" userId="89442c6b48360d7d" providerId="LiveId" clId="{6419B159-457A-4F2B-8BDA-0DDF97ADEC3C}" dt="2022-05-01T15:49:55.117" v="1312"/>
          <ac:spMkLst>
            <pc:docMk/>
            <pc:sldMk cId="3363423782" sldId="407"/>
            <ac:spMk id="3" creationId="{5C120202-6F7D-49DB-8187-022775639502}"/>
          </ac:spMkLst>
        </pc:spChg>
        <pc:picChg chg="add mod">
          <ac:chgData name="Dayala Joshitha" userId="89442c6b48360d7d" providerId="LiveId" clId="{6419B159-457A-4F2B-8BDA-0DDF97ADEC3C}" dt="2022-05-01T15:50:33.060" v="1319" actId="14100"/>
          <ac:picMkLst>
            <pc:docMk/>
            <pc:sldMk cId="3363423782" sldId="407"/>
            <ac:picMk id="6" creationId="{BCE15F9B-BAEF-B73D-8F72-DAFD9CA39734}"/>
          </ac:picMkLst>
        </pc:picChg>
      </pc:sldChg>
      <pc:sldChg chg="modSp mod">
        <pc:chgData name="Dayala Joshitha" userId="89442c6b48360d7d" providerId="LiveId" clId="{6419B159-457A-4F2B-8BDA-0DDF97ADEC3C}" dt="2022-05-01T16:03:51.556" v="1508" actId="113"/>
        <pc:sldMkLst>
          <pc:docMk/>
          <pc:sldMk cId="3773805576" sldId="408"/>
        </pc:sldMkLst>
        <pc:spChg chg="mod">
          <ac:chgData name="Dayala Joshitha" userId="89442c6b48360d7d" providerId="LiveId" clId="{6419B159-457A-4F2B-8BDA-0DDF97ADEC3C}" dt="2022-05-01T16:03:51.556" v="1508" actId="113"/>
          <ac:spMkLst>
            <pc:docMk/>
            <pc:sldMk cId="3773805576" sldId="408"/>
            <ac:spMk id="2" creationId="{22183C6C-EEA0-4D2B-A6EF-C6B738D4BB0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90907133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602034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5f391192_0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35f391192_0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5f391192_0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35f391192_0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73147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5f391192_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5f391192_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35ed75ccf_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35ed75ccf_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7" name="Rectangle 6"/>
          <p:cNvSpPr/>
          <p:nvPr userDrawn="1"/>
        </p:nvSpPr>
        <p:spPr>
          <a:xfrm>
            <a:off x="1" y="2419350"/>
            <a:ext cx="9144000" cy="2724150"/>
          </a:xfrm>
          <a:prstGeom prst="rect">
            <a:avLst/>
          </a:prstGeom>
          <a:gradFill flip="none" rotWithShape="1">
            <a:gsLst>
              <a:gs pos="44000">
                <a:srgbClr val="CBCBCB">
                  <a:alpha val="22000"/>
                </a:srgbClr>
              </a:gs>
              <a:gs pos="100000">
                <a:srgbClr val="5F5F5F">
                  <a:alpha val="19000"/>
                </a:srgbClr>
              </a:gs>
              <a:gs pos="100000">
                <a:srgbClr val="FFFFFF">
                  <a:alpha val="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71"/>
            <a:endParaRPr lang="en-US" sz="1799">
              <a:solidFill>
                <a:prstClr val="white"/>
              </a:solidFill>
            </a:endParaRPr>
          </a:p>
        </p:txBody>
      </p:sp>
      <p:sp>
        <p:nvSpPr>
          <p:cNvPr id="2" name="Title 1"/>
          <p:cNvSpPr>
            <a:spLocks noGrp="1"/>
          </p:cNvSpPr>
          <p:nvPr>
            <p:ph type="ctrTitle"/>
          </p:nvPr>
        </p:nvSpPr>
        <p:spPr>
          <a:xfrm>
            <a:off x="685801" y="3740993"/>
            <a:ext cx="7772400" cy="458115"/>
          </a:xfrm>
        </p:spPr>
        <p:txBody>
          <a:bodyPr/>
          <a:lstStyle>
            <a:lvl1pPr algn="ctr">
              <a:defRPr lang="en-US" sz="2999" kern="1200" smtClean="0">
                <a:solidFill>
                  <a:schemeClr val="tx1">
                    <a:lumMod val="75000"/>
                    <a:lumOff val="25000"/>
                  </a:schemeClr>
                </a:solidFill>
                <a:latin typeface="+mj-lt"/>
                <a:ea typeface="+mj-ea"/>
                <a:cs typeface="+mj-cs"/>
              </a:defRPr>
            </a:lvl1pPr>
          </a:lstStyle>
          <a:p>
            <a:r>
              <a:rPr lang="en-US" dirty="0"/>
              <a:t>Click to edit Master title style</a:t>
            </a:r>
          </a:p>
        </p:txBody>
      </p:sp>
      <p:sp>
        <p:nvSpPr>
          <p:cNvPr id="3" name="Subtitle 2"/>
          <p:cNvSpPr>
            <a:spLocks noGrp="1"/>
          </p:cNvSpPr>
          <p:nvPr>
            <p:ph type="subTitle" idx="1"/>
          </p:nvPr>
        </p:nvSpPr>
        <p:spPr>
          <a:xfrm>
            <a:off x="1371600" y="4132020"/>
            <a:ext cx="6400801" cy="573330"/>
          </a:xfrm>
        </p:spPr>
        <p:txBody>
          <a:bodyPr>
            <a:normAutofit/>
          </a:bodyPr>
          <a:lstStyle>
            <a:lvl1pPr marL="0" indent="0" algn="ctr">
              <a:buNone/>
              <a:defRPr lang="en-US" sz="1799" kern="1200" smtClean="0">
                <a:solidFill>
                  <a:schemeClr val="tx1">
                    <a:lumMod val="65000"/>
                    <a:lumOff val="35000"/>
                  </a:schemeClr>
                </a:solidFill>
                <a:latin typeface="+mj-lt"/>
                <a:ea typeface="+mj-ea"/>
                <a:cs typeface="+mj-cs"/>
              </a:defRPr>
            </a:lvl1pPr>
            <a:lvl2pPr marL="457048" indent="0" algn="ctr">
              <a:buNone/>
              <a:defRPr>
                <a:solidFill>
                  <a:schemeClr val="tx1">
                    <a:tint val="75000"/>
                  </a:schemeClr>
                </a:solidFill>
              </a:defRPr>
            </a:lvl2pPr>
            <a:lvl3pPr marL="914096" indent="0" algn="ctr">
              <a:buNone/>
              <a:defRPr>
                <a:solidFill>
                  <a:schemeClr val="tx1">
                    <a:tint val="75000"/>
                  </a:schemeClr>
                </a:solidFill>
              </a:defRPr>
            </a:lvl3pPr>
            <a:lvl4pPr marL="1371143" indent="0" algn="ctr">
              <a:buNone/>
              <a:defRPr>
                <a:solidFill>
                  <a:schemeClr val="tx1">
                    <a:tint val="75000"/>
                  </a:schemeClr>
                </a:solidFill>
              </a:defRPr>
            </a:lvl4pPr>
            <a:lvl5pPr marL="1828191" indent="0" algn="ctr">
              <a:buNone/>
              <a:defRPr>
                <a:solidFill>
                  <a:schemeClr val="tx1">
                    <a:tint val="75000"/>
                  </a:schemeClr>
                </a:solidFill>
              </a:defRPr>
            </a:lvl5pPr>
            <a:lvl6pPr marL="2285239" indent="0" algn="ctr">
              <a:buNone/>
              <a:defRPr>
                <a:solidFill>
                  <a:schemeClr val="tx1">
                    <a:tint val="75000"/>
                  </a:schemeClr>
                </a:solidFill>
              </a:defRPr>
            </a:lvl6pPr>
            <a:lvl7pPr marL="2742287" indent="0" algn="ctr">
              <a:buNone/>
              <a:defRPr>
                <a:solidFill>
                  <a:schemeClr val="tx1">
                    <a:tint val="75000"/>
                  </a:schemeClr>
                </a:solidFill>
              </a:defRPr>
            </a:lvl7pPr>
            <a:lvl8pPr marL="3199333" indent="0" algn="ctr">
              <a:buNone/>
              <a:defRPr>
                <a:solidFill>
                  <a:schemeClr val="tx1">
                    <a:tint val="75000"/>
                  </a:schemeClr>
                </a:solidFill>
              </a:defRPr>
            </a:lvl8pPr>
            <a:lvl9pPr marL="365638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D1176A7-B091-469C-82C8-89C693043C40}" type="datetimeFigureOut">
              <a:rPr lang="en-US" smtClean="0">
                <a:solidFill>
                  <a:prstClr val="black">
                    <a:tint val="75000"/>
                  </a:prstClr>
                </a:solidFill>
              </a:rPr>
              <a:pPr/>
              <a:t>11/18/2024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939B1FA-81F2-4940-9AF3-5EAFB5D6669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640038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1" y="1597822"/>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1" cy="1314450"/>
          </a:xfrm>
        </p:spPr>
        <p:txBody>
          <a:bodyPr/>
          <a:lstStyle>
            <a:lvl1pPr marL="0" indent="0" algn="ctr">
              <a:buNone/>
              <a:defRPr>
                <a:solidFill>
                  <a:schemeClr val="tx1">
                    <a:tint val="75000"/>
                  </a:schemeClr>
                </a:solidFill>
              </a:defRPr>
            </a:lvl1pPr>
            <a:lvl2pPr marL="457067" indent="0" algn="ctr">
              <a:buNone/>
              <a:defRPr>
                <a:solidFill>
                  <a:schemeClr val="tx1">
                    <a:tint val="75000"/>
                  </a:schemeClr>
                </a:solidFill>
              </a:defRPr>
            </a:lvl2pPr>
            <a:lvl3pPr marL="914134" indent="0" algn="ctr">
              <a:buNone/>
              <a:defRPr>
                <a:solidFill>
                  <a:schemeClr val="tx1">
                    <a:tint val="75000"/>
                  </a:schemeClr>
                </a:solidFill>
              </a:defRPr>
            </a:lvl3pPr>
            <a:lvl4pPr marL="1371200" indent="0" algn="ctr">
              <a:buNone/>
              <a:defRPr>
                <a:solidFill>
                  <a:schemeClr val="tx1">
                    <a:tint val="75000"/>
                  </a:schemeClr>
                </a:solidFill>
              </a:defRPr>
            </a:lvl4pPr>
            <a:lvl5pPr marL="1828267" indent="0" algn="ctr">
              <a:buNone/>
              <a:defRPr>
                <a:solidFill>
                  <a:schemeClr val="tx1">
                    <a:tint val="75000"/>
                  </a:schemeClr>
                </a:solidFill>
              </a:defRPr>
            </a:lvl5pPr>
            <a:lvl6pPr marL="2285333" indent="0" algn="ctr">
              <a:buNone/>
              <a:defRPr>
                <a:solidFill>
                  <a:schemeClr val="tx1">
                    <a:tint val="75000"/>
                  </a:schemeClr>
                </a:solidFill>
              </a:defRPr>
            </a:lvl6pPr>
            <a:lvl7pPr marL="2742401" indent="0" algn="ctr">
              <a:buNone/>
              <a:defRPr>
                <a:solidFill>
                  <a:schemeClr val="tx1">
                    <a:tint val="75000"/>
                  </a:schemeClr>
                </a:solidFill>
              </a:defRPr>
            </a:lvl7pPr>
            <a:lvl8pPr marL="3199466" indent="0" algn="ctr">
              <a:buNone/>
              <a:defRPr>
                <a:solidFill>
                  <a:schemeClr val="tx1">
                    <a:tint val="75000"/>
                  </a:schemeClr>
                </a:solidFill>
              </a:defRPr>
            </a:lvl8pPr>
            <a:lvl9pPr marL="3656534"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D1176A7-B091-469C-82C8-89C693043C40}" type="datetimeFigureOut">
              <a:rPr lang="en-US" smtClean="0">
                <a:solidFill>
                  <a:prstClr val="black">
                    <a:tint val="75000"/>
                  </a:prstClr>
                </a:solidFill>
              </a:rPr>
              <a:pPr/>
              <a:t>11/18/2024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939B1FA-81F2-4940-9AF3-5EAFB5D6669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5501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D1176A7-B091-469C-82C8-89C693043C40}" type="datetimeFigureOut">
              <a:rPr lang="en-US" smtClean="0">
                <a:solidFill>
                  <a:prstClr val="black">
                    <a:tint val="75000"/>
                  </a:prstClr>
                </a:solidFill>
              </a:rPr>
              <a:pPr/>
              <a:t>11/18/2024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939B1FA-81F2-4940-9AF3-5EAFB5D6669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8314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7"/>
            <a:ext cx="7772400" cy="1021556"/>
          </a:xfrm>
        </p:spPr>
        <p:txBody>
          <a:bodyPr anchor="t"/>
          <a:lstStyle>
            <a:lvl1pPr algn="l">
              <a:defRPr sz="3999"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067" indent="0">
              <a:buNone/>
              <a:defRPr sz="1799">
                <a:solidFill>
                  <a:schemeClr val="tx1">
                    <a:tint val="75000"/>
                  </a:schemeClr>
                </a:solidFill>
              </a:defRPr>
            </a:lvl2pPr>
            <a:lvl3pPr marL="914134" indent="0">
              <a:buNone/>
              <a:defRPr sz="1600">
                <a:solidFill>
                  <a:schemeClr val="tx1">
                    <a:tint val="75000"/>
                  </a:schemeClr>
                </a:solidFill>
              </a:defRPr>
            </a:lvl3pPr>
            <a:lvl4pPr marL="1371200" indent="0">
              <a:buNone/>
              <a:defRPr sz="1400">
                <a:solidFill>
                  <a:schemeClr val="tx1">
                    <a:tint val="75000"/>
                  </a:schemeClr>
                </a:solidFill>
              </a:defRPr>
            </a:lvl4pPr>
            <a:lvl5pPr marL="1828267" indent="0">
              <a:buNone/>
              <a:defRPr sz="1400">
                <a:solidFill>
                  <a:schemeClr val="tx1">
                    <a:tint val="75000"/>
                  </a:schemeClr>
                </a:solidFill>
              </a:defRPr>
            </a:lvl5pPr>
            <a:lvl6pPr marL="2285333" indent="0">
              <a:buNone/>
              <a:defRPr sz="1400">
                <a:solidFill>
                  <a:schemeClr val="tx1">
                    <a:tint val="75000"/>
                  </a:schemeClr>
                </a:solidFill>
              </a:defRPr>
            </a:lvl6pPr>
            <a:lvl7pPr marL="2742401" indent="0">
              <a:buNone/>
              <a:defRPr sz="1400">
                <a:solidFill>
                  <a:schemeClr val="tx1">
                    <a:tint val="75000"/>
                  </a:schemeClr>
                </a:solidFill>
              </a:defRPr>
            </a:lvl7pPr>
            <a:lvl8pPr marL="3199466" indent="0">
              <a:buNone/>
              <a:defRPr sz="1400">
                <a:solidFill>
                  <a:schemeClr val="tx1">
                    <a:tint val="75000"/>
                  </a:schemeClr>
                </a:solidFill>
              </a:defRPr>
            </a:lvl8pPr>
            <a:lvl9pPr marL="3656534"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1176A7-B091-469C-82C8-89C693043C40}" type="datetimeFigureOut">
              <a:rPr lang="en-US" smtClean="0">
                <a:solidFill>
                  <a:prstClr val="black">
                    <a:tint val="75000"/>
                  </a:prstClr>
                </a:solidFill>
              </a:rPr>
              <a:pPr/>
              <a:t>11/18/2024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939B1FA-81F2-4940-9AF3-5EAFB5D6669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45879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2"/>
            <a:ext cx="4038600" cy="3394472"/>
          </a:xfrm>
        </p:spPr>
        <p:txBody>
          <a:bodyPr/>
          <a:lstStyle>
            <a:lvl1pPr>
              <a:defRPr sz="2799"/>
            </a:lvl1pPr>
            <a:lvl2pPr>
              <a:defRPr sz="2399"/>
            </a:lvl2pPr>
            <a:lvl3pPr>
              <a:defRPr sz="2000"/>
            </a:lvl3pPr>
            <a:lvl4pPr>
              <a:defRPr sz="1799"/>
            </a:lvl4pPr>
            <a:lvl5pPr>
              <a:defRPr sz="1799"/>
            </a:lvl5pPr>
            <a:lvl6pPr>
              <a:defRPr sz="1799"/>
            </a:lvl6pPr>
            <a:lvl7pPr>
              <a:defRPr sz="1799"/>
            </a:lvl7pPr>
            <a:lvl8pPr>
              <a:defRPr sz="1799"/>
            </a:lvl8pPr>
            <a:lvl9pPr>
              <a:defRPr sz="17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2"/>
            <a:ext cx="4038600" cy="3394472"/>
          </a:xfrm>
        </p:spPr>
        <p:txBody>
          <a:bodyPr/>
          <a:lstStyle>
            <a:lvl1pPr>
              <a:defRPr sz="2799"/>
            </a:lvl1pPr>
            <a:lvl2pPr>
              <a:defRPr sz="2399"/>
            </a:lvl2pPr>
            <a:lvl3pPr>
              <a:defRPr sz="2000"/>
            </a:lvl3pPr>
            <a:lvl4pPr>
              <a:defRPr sz="1799"/>
            </a:lvl4pPr>
            <a:lvl5pPr>
              <a:defRPr sz="1799"/>
            </a:lvl5pPr>
            <a:lvl6pPr>
              <a:defRPr sz="1799"/>
            </a:lvl6pPr>
            <a:lvl7pPr>
              <a:defRPr sz="1799"/>
            </a:lvl7pPr>
            <a:lvl8pPr>
              <a:defRPr sz="1799"/>
            </a:lvl8pPr>
            <a:lvl9pPr>
              <a:defRPr sz="17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D1176A7-B091-469C-82C8-89C693043C40}" type="datetimeFigureOut">
              <a:rPr lang="en-US" smtClean="0">
                <a:solidFill>
                  <a:prstClr val="black">
                    <a:tint val="75000"/>
                  </a:prstClr>
                </a:solidFill>
              </a:rPr>
              <a:pPr/>
              <a:t>11/18/2024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5939B1FA-81F2-4940-9AF3-5EAFB5D6669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660142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6"/>
            <a:ext cx="4040188" cy="479822"/>
          </a:xfrm>
        </p:spPr>
        <p:txBody>
          <a:bodyPr anchor="b"/>
          <a:lstStyle>
            <a:lvl1pPr marL="0" indent="0">
              <a:buNone/>
              <a:defRPr sz="2399" b="1"/>
            </a:lvl1pPr>
            <a:lvl2pPr marL="457067" indent="0">
              <a:buNone/>
              <a:defRPr sz="2000" b="1"/>
            </a:lvl2pPr>
            <a:lvl3pPr marL="914134" indent="0">
              <a:buNone/>
              <a:defRPr sz="1799" b="1"/>
            </a:lvl3pPr>
            <a:lvl4pPr marL="1371200" indent="0">
              <a:buNone/>
              <a:defRPr sz="1600" b="1"/>
            </a:lvl4pPr>
            <a:lvl5pPr marL="1828267" indent="0">
              <a:buNone/>
              <a:defRPr sz="1600" b="1"/>
            </a:lvl5pPr>
            <a:lvl6pPr marL="2285333" indent="0">
              <a:buNone/>
              <a:defRPr sz="1600" b="1"/>
            </a:lvl6pPr>
            <a:lvl7pPr marL="2742401" indent="0">
              <a:buNone/>
              <a:defRPr sz="1600" b="1"/>
            </a:lvl7pPr>
            <a:lvl8pPr marL="3199466" indent="0">
              <a:buNone/>
              <a:defRPr sz="1600" b="1"/>
            </a:lvl8pPr>
            <a:lvl9pPr marL="3656534"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399"/>
            </a:lvl1pPr>
            <a:lvl2pPr>
              <a:defRPr sz="2000"/>
            </a:lvl2pPr>
            <a:lvl3pPr>
              <a:defRPr sz="1799"/>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151336"/>
            <a:ext cx="4041775" cy="479822"/>
          </a:xfrm>
        </p:spPr>
        <p:txBody>
          <a:bodyPr anchor="b"/>
          <a:lstStyle>
            <a:lvl1pPr marL="0" indent="0">
              <a:buNone/>
              <a:defRPr sz="2399" b="1"/>
            </a:lvl1pPr>
            <a:lvl2pPr marL="457067" indent="0">
              <a:buNone/>
              <a:defRPr sz="2000" b="1"/>
            </a:lvl2pPr>
            <a:lvl3pPr marL="914134" indent="0">
              <a:buNone/>
              <a:defRPr sz="1799" b="1"/>
            </a:lvl3pPr>
            <a:lvl4pPr marL="1371200" indent="0">
              <a:buNone/>
              <a:defRPr sz="1600" b="1"/>
            </a:lvl4pPr>
            <a:lvl5pPr marL="1828267" indent="0">
              <a:buNone/>
              <a:defRPr sz="1600" b="1"/>
            </a:lvl5pPr>
            <a:lvl6pPr marL="2285333" indent="0">
              <a:buNone/>
              <a:defRPr sz="1600" b="1"/>
            </a:lvl6pPr>
            <a:lvl7pPr marL="2742401" indent="0">
              <a:buNone/>
              <a:defRPr sz="1600" b="1"/>
            </a:lvl7pPr>
            <a:lvl8pPr marL="3199466" indent="0">
              <a:buNone/>
              <a:defRPr sz="1600" b="1"/>
            </a:lvl8pPr>
            <a:lvl9pPr marL="3656534"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8" y="1631156"/>
            <a:ext cx="4041775" cy="2963466"/>
          </a:xfrm>
        </p:spPr>
        <p:txBody>
          <a:bodyPr/>
          <a:lstStyle>
            <a:lvl1pPr>
              <a:defRPr sz="2399"/>
            </a:lvl1pPr>
            <a:lvl2pPr>
              <a:defRPr sz="2000"/>
            </a:lvl2pPr>
            <a:lvl3pPr>
              <a:defRPr sz="1799"/>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D1176A7-B091-469C-82C8-89C693043C40}" type="datetimeFigureOut">
              <a:rPr lang="en-US" smtClean="0">
                <a:solidFill>
                  <a:prstClr val="black">
                    <a:tint val="75000"/>
                  </a:prstClr>
                </a:solidFill>
              </a:rPr>
              <a:pPr/>
              <a:t>11/18/2024</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5939B1FA-81F2-4940-9AF3-5EAFB5D6669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033808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FD1176A7-B091-469C-82C8-89C693043C40}" type="datetimeFigureOut">
              <a:rPr lang="en-US" smtClean="0">
                <a:solidFill>
                  <a:prstClr val="black">
                    <a:tint val="75000"/>
                  </a:prstClr>
                </a:solidFill>
              </a:rPr>
              <a:pPr/>
              <a:t>11/18/2024</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5939B1FA-81F2-4940-9AF3-5EAFB5D6669B}" type="slidenum">
              <a:rPr lang="en-US" smtClean="0">
                <a:solidFill>
                  <a:prstClr val="black">
                    <a:tint val="75000"/>
                  </a:prstClr>
                </a:solidFill>
              </a:rPr>
              <a:pPr/>
              <a:t>‹#›</a:t>
            </a:fld>
            <a:endParaRPr lang="en-US">
              <a:solidFill>
                <a:prstClr val="black">
                  <a:tint val="75000"/>
                </a:prstClr>
              </a:solidFill>
            </a:endParaRPr>
          </a:p>
        </p:txBody>
      </p:sp>
      <p:sp>
        <p:nvSpPr>
          <p:cNvPr id="6" name="Title 1"/>
          <p:cNvSpPr>
            <a:spLocks noGrp="1"/>
          </p:cNvSpPr>
          <p:nvPr>
            <p:ph type="title"/>
          </p:nvPr>
        </p:nvSpPr>
        <p:spPr>
          <a:xfrm>
            <a:off x="457200" y="205981"/>
            <a:ext cx="8229601" cy="536971"/>
          </a:xfrm>
        </p:spPr>
        <p:txBody>
          <a:bodyPr>
            <a:normAutofit/>
          </a:bodyPr>
          <a:lstStyle>
            <a:lvl1pPr algn="l">
              <a:defRPr sz="2799">
                <a:solidFill>
                  <a:schemeClr val="tx1">
                    <a:lumMod val="65000"/>
                    <a:lumOff val="35000"/>
                  </a:schemeClr>
                </a:solidFill>
              </a:defRPr>
            </a:lvl1pPr>
          </a:lstStyle>
          <a:p>
            <a:r>
              <a:rPr lang="en-US"/>
              <a:t>Click to edit Master title style</a:t>
            </a:r>
          </a:p>
        </p:txBody>
      </p:sp>
    </p:spTree>
    <p:extLst>
      <p:ext uri="{BB962C8B-B14F-4D97-AF65-F5344CB8AC3E}">
        <p14:creationId xmlns:p14="http://schemas.microsoft.com/office/powerpoint/2010/main" val="15868832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FD1176A7-B091-469C-82C8-89C693043C40}" type="datetimeFigureOut">
              <a:rPr lang="en-US" smtClean="0">
                <a:solidFill>
                  <a:prstClr val="black">
                    <a:tint val="75000"/>
                  </a:prstClr>
                </a:solidFill>
              </a:rPr>
              <a:pPr/>
              <a:t>11/18/2024</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5939B1FA-81F2-4940-9AF3-5EAFB5D6669B}" type="slidenum">
              <a:rPr lang="en-US" smtClean="0">
                <a:solidFill>
                  <a:prstClr val="black">
                    <a:tint val="75000"/>
                  </a:prstClr>
                </a:solidFill>
              </a:rPr>
              <a:pPr/>
              <a:t>‹#›</a:t>
            </a:fld>
            <a:endParaRPr lang="en-US">
              <a:solidFill>
                <a:prstClr val="black">
                  <a:tint val="75000"/>
                </a:prstClr>
              </a:solidFill>
            </a:endParaRPr>
          </a:p>
        </p:txBody>
      </p:sp>
      <p:sp>
        <p:nvSpPr>
          <p:cNvPr id="6" name="Title 1"/>
          <p:cNvSpPr>
            <a:spLocks noGrp="1"/>
          </p:cNvSpPr>
          <p:nvPr>
            <p:ph type="title"/>
          </p:nvPr>
        </p:nvSpPr>
        <p:spPr>
          <a:xfrm>
            <a:off x="457200" y="205981"/>
            <a:ext cx="8229601" cy="536971"/>
          </a:xfrm>
        </p:spPr>
        <p:txBody>
          <a:bodyPr>
            <a:normAutofit/>
          </a:bodyPr>
          <a:lstStyle>
            <a:lvl1pPr algn="l">
              <a:defRPr sz="2799">
                <a:solidFill>
                  <a:schemeClr val="bg1">
                    <a:lumMod val="50000"/>
                  </a:schemeClr>
                </a:solidFill>
              </a:defRPr>
            </a:lvl1pPr>
          </a:lstStyle>
          <a:p>
            <a:r>
              <a:rPr lang="en-US"/>
              <a:t>Click to edit Master title style</a:t>
            </a:r>
          </a:p>
        </p:txBody>
      </p:sp>
      <p:sp>
        <p:nvSpPr>
          <p:cNvPr id="7" name="Text Placeholder 9"/>
          <p:cNvSpPr>
            <a:spLocks noGrp="1"/>
          </p:cNvSpPr>
          <p:nvPr>
            <p:ph type="body" sz="quarter" idx="13" hasCustomPrompt="1"/>
          </p:nvPr>
        </p:nvSpPr>
        <p:spPr>
          <a:xfrm>
            <a:off x="457200" y="742950"/>
            <a:ext cx="8229601" cy="381000"/>
          </a:xfrm>
        </p:spPr>
        <p:txBody>
          <a:bodyPr>
            <a:noAutofit/>
          </a:bodyPr>
          <a:lstStyle>
            <a:lvl1pPr marL="0" indent="0">
              <a:buNone/>
              <a:defRPr sz="1400">
                <a:solidFill>
                  <a:schemeClr val="bg1">
                    <a:lumMod val="50000"/>
                  </a:schemeClr>
                </a:solidFill>
              </a:defRPr>
            </a:lvl1pPr>
          </a:lstStyle>
          <a:p>
            <a:pPr lvl="0"/>
            <a:r>
              <a:rPr lang="en-US"/>
              <a:t>Subtitle</a:t>
            </a:r>
          </a:p>
        </p:txBody>
      </p:sp>
    </p:spTree>
    <p:extLst>
      <p:ext uri="{BB962C8B-B14F-4D97-AF65-F5344CB8AC3E}">
        <p14:creationId xmlns:p14="http://schemas.microsoft.com/office/powerpoint/2010/main" val="7015228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1176A7-B091-469C-82C8-89C693043C40}" type="datetimeFigureOut">
              <a:rPr lang="en-US" smtClean="0">
                <a:solidFill>
                  <a:prstClr val="black">
                    <a:tint val="75000"/>
                  </a:prstClr>
                </a:solidFill>
              </a:rPr>
              <a:pPr/>
              <a:t>11/18/2024</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5939B1FA-81F2-4940-9AF3-5EAFB5D6669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03364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3" y="204788"/>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91"/>
            <a:ext cx="5111750" cy="4389835"/>
          </a:xfrm>
        </p:spPr>
        <p:txBody>
          <a:bodyPr/>
          <a:lstStyle>
            <a:lvl1pPr>
              <a:defRPr sz="3200"/>
            </a:lvl1pPr>
            <a:lvl2pPr>
              <a:defRPr sz="2799"/>
            </a:lvl2pPr>
            <a:lvl3pPr>
              <a:defRPr sz="2399"/>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3" y="1076328"/>
            <a:ext cx="3008313" cy="3518297"/>
          </a:xfrm>
        </p:spPr>
        <p:txBody>
          <a:bodyPr/>
          <a:lstStyle>
            <a:lvl1pPr marL="0" indent="0">
              <a:buNone/>
              <a:defRPr sz="1400"/>
            </a:lvl1pPr>
            <a:lvl2pPr marL="457067" indent="0">
              <a:buNone/>
              <a:defRPr sz="1200"/>
            </a:lvl2pPr>
            <a:lvl3pPr marL="914134" indent="0">
              <a:buNone/>
              <a:defRPr sz="1000"/>
            </a:lvl3pPr>
            <a:lvl4pPr marL="1371200" indent="0">
              <a:buNone/>
              <a:defRPr sz="900"/>
            </a:lvl4pPr>
            <a:lvl5pPr marL="1828267" indent="0">
              <a:buNone/>
              <a:defRPr sz="900"/>
            </a:lvl5pPr>
            <a:lvl6pPr marL="2285333" indent="0">
              <a:buNone/>
              <a:defRPr sz="900"/>
            </a:lvl6pPr>
            <a:lvl7pPr marL="2742401" indent="0">
              <a:buNone/>
              <a:defRPr sz="900"/>
            </a:lvl7pPr>
            <a:lvl8pPr marL="3199466" indent="0">
              <a:buNone/>
              <a:defRPr sz="900"/>
            </a:lvl8pPr>
            <a:lvl9pPr marL="3656534"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D1176A7-B091-469C-82C8-89C693043C40}" type="datetimeFigureOut">
              <a:rPr lang="en-US" smtClean="0">
                <a:solidFill>
                  <a:prstClr val="black">
                    <a:tint val="75000"/>
                  </a:prstClr>
                </a:solidFill>
              </a:rPr>
              <a:pPr/>
              <a:t>11/18/2024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5939B1FA-81F2-4940-9AF3-5EAFB5D6669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195566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9" y="3600452"/>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9" y="459581"/>
            <a:ext cx="5486400" cy="3086100"/>
          </a:xfrm>
        </p:spPr>
        <p:txBody>
          <a:bodyPr/>
          <a:lstStyle>
            <a:lvl1pPr marL="0" indent="0">
              <a:buNone/>
              <a:defRPr sz="3200"/>
            </a:lvl1pPr>
            <a:lvl2pPr marL="457067" indent="0">
              <a:buNone/>
              <a:defRPr sz="2799"/>
            </a:lvl2pPr>
            <a:lvl3pPr marL="914134" indent="0">
              <a:buNone/>
              <a:defRPr sz="2399"/>
            </a:lvl3pPr>
            <a:lvl4pPr marL="1371200" indent="0">
              <a:buNone/>
              <a:defRPr sz="2000"/>
            </a:lvl4pPr>
            <a:lvl5pPr marL="1828267" indent="0">
              <a:buNone/>
              <a:defRPr sz="2000"/>
            </a:lvl5pPr>
            <a:lvl6pPr marL="2285333" indent="0">
              <a:buNone/>
              <a:defRPr sz="2000"/>
            </a:lvl6pPr>
            <a:lvl7pPr marL="2742401" indent="0">
              <a:buNone/>
              <a:defRPr sz="2000"/>
            </a:lvl7pPr>
            <a:lvl8pPr marL="3199466" indent="0">
              <a:buNone/>
              <a:defRPr sz="2000"/>
            </a:lvl8pPr>
            <a:lvl9pPr marL="3656534" indent="0">
              <a:buNone/>
              <a:defRPr sz="2000"/>
            </a:lvl9pPr>
          </a:lstStyle>
          <a:p>
            <a:endParaRPr lang="en-US"/>
          </a:p>
        </p:txBody>
      </p:sp>
      <p:sp>
        <p:nvSpPr>
          <p:cNvPr id="4" name="Text Placeholder 3"/>
          <p:cNvSpPr>
            <a:spLocks noGrp="1"/>
          </p:cNvSpPr>
          <p:nvPr>
            <p:ph type="body" sz="half" idx="2"/>
          </p:nvPr>
        </p:nvSpPr>
        <p:spPr>
          <a:xfrm>
            <a:off x="1792289" y="4025506"/>
            <a:ext cx="5486400" cy="603647"/>
          </a:xfrm>
        </p:spPr>
        <p:txBody>
          <a:bodyPr/>
          <a:lstStyle>
            <a:lvl1pPr marL="0" indent="0">
              <a:buNone/>
              <a:defRPr sz="1400"/>
            </a:lvl1pPr>
            <a:lvl2pPr marL="457067" indent="0">
              <a:buNone/>
              <a:defRPr sz="1200"/>
            </a:lvl2pPr>
            <a:lvl3pPr marL="914134" indent="0">
              <a:buNone/>
              <a:defRPr sz="1000"/>
            </a:lvl3pPr>
            <a:lvl4pPr marL="1371200" indent="0">
              <a:buNone/>
              <a:defRPr sz="900"/>
            </a:lvl4pPr>
            <a:lvl5pPr marL="1828267" indent="0">
              <a:buNone/>
              <a:defRPr sz="900"/>
            </a:lvl5pPr>
            <a:lvl6pPr marL="2285333" indent="0">
              <a:buNone/>
              <a:defRPr sz="900"/>
            </a:lvl6pPr>
            <a:lvl7pPr marL="2742401" indent="0">
              <a:buNone/>
              <a:defRPr sz="900"/>
            </a:lvl7pPr>
            <a:lvl8pPr marL="3199466" indent="0">
              <a:buNone/>
              <a:defRPr sz="900"/>
            </a:lvl8pPr>
            <a:lvl9pPr marL="3656534"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D1176A7-B091-469C-82C8-89C693043C40}" type="datetimeFigureOut">
              <a:rPr lang="en-US" smtClean="0">
                <a:solidFill>
                  <a:prstClr val="black">
                    <a:tint val="75000"/>
                  </a:prstClr>
                </a:solidFill>
              </a:rPr>
              <a:pPr/>
              <a:t>11/18/2024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5939B1FA-81F2-4940-9AF3-5EAFB5D6669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865160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D1176A7-B091-469C-82C8-89C693043C40}" type="datetimeFigureOut">
              <a:rPr lang="en-US" smtClean="0">
                <a:solidFill>
                  <a:prstClr val="black">
                    <a:tint val="75000"/>
                  </a:prstClr>
                </a:solidFill>
              </a:rPr>
              <a:pPr/>
              <a:t>11/18/2024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939B1FA-81F2-4940-9AF3-5EAFB5D6669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08802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1"/>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81"/>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D1176A7-B091-469C-82C8-89C693043C40}" type="datetimeFigureOut">
              <a:rPr lang="en-US" smtClean="0">
                <a:solidFill>
                  <a:prstClr val="black">
                    <a:tint val="75000"/>
                  </a:prstClr>
                </a:solidFill>
              </a:rPr>
              <a:pPr/>
              <a:t>11/18/2024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939B1FA-81F2-4940-9AF3-5EAFB5D6669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7667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FD1176A7-B091-469C-82C8-89C693043C40}" type="datetimeFigureOut">
              <a:rPr lang="en-US" smtClean="0">
                <a:solidFill>
                  <a:prstClr val="black">
                    <a:tint val="75000"/>
                  </a:prstClr>
                </a:solidFill>
              </a:rPr>
              <a:pPr/>
              <a:t>11/18/2024</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5939B1FA-81F2-4940-9AF3-5EAFB5D6669B}" type="slidenum">
              <a:rPr lang="en-US" smtClean="0">
                <a:solidFill>
                  <a:prstClr val="black">
                    <a:tint val="75000"/>
                  </a:prstClr>
                </a:solidFill>
              </a:rPr>
              <a:pPr/>
              <a:t>‹#›</a:t>
            </a:fld>
            <a:endParaRPr lang="en-US">
              <a:solidFill>
                <a:prstClr val="black">
                  <a:tint val="75000"/>
                </a:prstClr>
              </a:solidFill>
            </a:endParaRPr>
          </a:p>
        </p:txBody>
      </p:sp>
      <p:sp>
        <p:nvSpPr>
          <p:cNvPr id="6" name="Title 1"/>
          <p:cNvSpPr>
            <a:spLocks noGrp="1"/>
          </p:cNvSpPr>
          <p:nvPr>
            <p:ph type="title"/>
          </p:nvPr>
        </p:nvSpPr>
        <p:spPr>
          <a:xfrm>
            <a:off x="457200" y="205981"/>
            <a:ext cx="8229601" cy="536971"/>
          </a:xfrm>
        </p:spPr>
        <p:txBody>
          <a:bodyPr>
            <a:normAutofit/>
          </a:bodyPr>
          <a:lstStyle>
            <a:lvl1pPr algn="l">
              <a:defRPr sz="2799">
                <a:solidFill>
                  <a:schemeClr val="tx1">
                    <a:lumMod val="65000"/>
                    <a:lumOff val="35000"/>
                  </a:schemeClr>
                </a:solidFill>
              </a:defRPr>
            </a:lvl1pPr>
          </a:lstStyle>
          <a:p>
            <a:r>
              <a:rPr lang="en-US"/>
              <a:t>Click to edit Master title style</a:t>
            </a:r>
          </a:p>
        </p:txBody>
      </p:sp>
      <p:sp>
        <p:nvSpPr>
          <p:cNvPr id="7" name="Text Placeholder 9"/>
          <p:cNvSpPr>
            <a:spLocks noGrp="1"/>
          </p:cNvSpPr>
          <p:nvPr>
            <p:ph type="body" sz="quarter" idx="13" hasCustomPrompt="1"/>
          </p:nvPr>
        </p:nvSpPr>
        <p:spPr>
          <a:xfrm>
            <a:off x="457200" y="742950"/>
            <a:ext cx="8229601" cy="381000"/>
          </a:xfrm>
        </p:spPr>
        <p:txBody>
          <a:bodyPr>
            <a:noAutofit/>
          </a:bodyPr>
          <a:lstStyle>
            <a:lvl1pPr marL="0" indent="0">
              <a:buNone/>
              <a:defRPr sz="1400">
                <a:solidFill>
                  <a:schemeClr val="tx1">
                    <a:lumMod val="65000"/>
                    <a:lumOff val="35000"/>
                  </a:schemeClr>
                </a:solidFill>
              </a:defRPr>
            </a:lvl1pPr>
          </a:lstStyle>
          <a:p>
            <a:pPr lvl="0"/>
            <a:r>
              <a:rPr lang="en-US"/>
              <a:t>Subtitle</a:t>
            </a:r>
          </a:p>
        </p:txBody>
      </p:sp>
    </p:spTree>
    <p:extLst>
      <p:ext uri="{BB962C8B-B14F-4D97-AF65-F5344CB8AC3E}">
        <p14:creationId xmlns:p14="http://schemas.microsoft.com/office/powerpoint/2010/main" val="31893496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7_Title Only">
    <p:bg>
      <p:bgPr>
        <a:gradFill flip="none" rotWithShape="1">
          <a:gsLst>
            <a:gs pos="81000">
              <a:schemeClr val="bg1">
                <a:lumMod val="95000"/>
              </a:schemeClr>
            </a:gs>
            <a:gs pos="0">
              <a:schemeClr val="bg1"/>
            </a:gs>
            <a:gs pos="100000">
              <a:schemeClr val="bg1">
                <a:lumMod val="95000"/>
              </a:schemeClr>
            </a:gs>
          </a:gsLst>
          <a:lin ang="540000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1" y="205982"/>
            <a:ext cx="5029200" cy="533311"/>
          </a:xfrm>
        </p:spPr>
        <p:txBody>
          <a:bodyPr>
            <a:noAutofit/>
          </a:bodyPr>
          <a:lstStyle>
            <a:lvl1pPr>
              <a:defRPr sz="2699"/>
            </a:lvl1pPr>
          </a:lstStyle>
          <a:p>
            <a:r>
              <a:rPr lang="en-US" dirty="0"/>
              <a:t>Click to edit Master title style</a:t>
            </a:r>
          </a:p>
        </p:txBody>
      </p:sp>
      <p:sp>
        <p:nvSpPr>
          <p:cNvPr id="3" name="Date Placeholder 2"/>
          <p:cNvSpPr>
            <a:spLocks noGrp="1"/>
          </p:cNvSpPr>
          <p:nvPr>
            <p:ph type="dt" sz="half" idx="10"/>
          </p:nvPr>
        </p:nvSpPr>
        <p:spPr/>
        <p:txBody>
          <a:bodyPr/>
          <a:lstStyle/>
          <a:p>
            <a:fld id="{6204E2B0-FEF2-4C8F-90A4-46C9D72643E3}" type="datetime1">
              <a:rPr lang="en-US" smtClean="0"/>
              <a:t>11/18/2024</a:t>
            </a:fld>
            <a:endParaRPr lang="en-US"/>
          </a:p>
        </p:txBody>
      </p:sp>
      <p:sp>
        <p:nvSpPr>
          <p:cNvPr id="4" name="Footer Placeholder 3"/>
          <p:cNvSpPr>
            <a:spLocks noGrp="1"/>
          </p:cNvSpPr>
          <p:nvPr>
            <p:ph type="ftr" sz="quarter" idx="11"/>
          </p:nvPr>
        </p:nvSpPr>
        <p:spPr/>
        <p:txBody>
          <a:bodyPr/>
          <a:lstStyle/>
          <a:p>
            <a:r>
              <a:rPr lang="en-US"/>
              <a:t>SlideModel.com</a:t>
            </a:r>
          </a:p>
        </p:txBody>
      </p:sp>
      <p:sp>
        <p:nvSpPr>
          <p:cNvPr id="5" name="Slide Number Placeholder 4"/>
          <p:cNvSpPr>
            <a:spLocks noGrp="1"/>
          </p:cNvSpPr>
          <p:nvPr>
            <p:ph type="sldNum" sz="quarter" idx="12"/>
          </p:nvPr>
        </p:nvSpPr>
        <p:spPr>
          <a:xfrm>
            <a:off x="8572500" y="4767266"/>
            <a:ext cx="571501" cy="273844"/>
          </a:xfr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8900000" scaled="1"/>
            <a:tileRect/>
          </a:gradFill>
          <a:ln w="0">
            <a:noFill/>
            <a:prstDash val="solid"/>
            <a:round/>
            <a:headEnd/>
            <a:tailEnd/>
          </a:ln>
        </p:spPr>
        <p:txBody>
          <a:bodyPr vert="horz" wrap="square" lIns="0" tIns="91440" rIns="0" bIns="91440" numCol="1" anchor="ctr" anchorCtr="1" compatLnSpc="1">
            <a:prstTxWarp prst="textNoShape">
              <a:avLst/>
            </a:prstTxWarp>
          </a:bodyPr>
          <a:lstStyle>
            <a:lvl1pPr algn="r">
              <a:defRPr lang="en-US" sz="1050" kern="0" smtClean="0">
                <a:solidFill>
                  <a:schemeClr val="bg1"/>
                </a:solidFill>
                <a:latin typeface="Arial" pitchFamily="34" charset="0"/>
                <a:cs typeface="Arial" pitchFamily="34" charset="0"/>
              </a:defRPr>
            </a:lvl1pPr>
          </a:lstStyle>
          <a:p>
            <a:fld id="{96E69268-9C8B-4EBF-A9EE-DC5DC2D48DC3}" type="slidenum">
              <a:rPr lang="es-UY" smtClean="0"/>
              <a:pPr/>
              <a:t>‹#›</a:t>
            </a:fld>
            <a:endParaRPr lang="es-UY" dirty="0"/>
          </a:p>
        </p:txBody>
      </p:sp>
      <p:sp>
        <p:nvSpPr>
          <p:cNvPr id="8" name="Text Placeholder 8"/>
          <p:cNvSpPr>
            <a:spLocks noGrp="1"/>
          </p:cNvSpPr>
          <p:nvPr>
            <p:ph type="body" sz="quarter" idx="13" hasCustomPrompt="1"/>
          </p:nvPr>
        </p:nvSpPr>
        <p:spPr>
          <a:xfrm>
            <a:off x="5610226" y="271604"/>
            <a:ext cx="3086100" cy="400050"/>
          </a:xfrm>
        </p:spPr>
        <p:txBody>
          <a:bodyPr anchor="ctr">
            <a:noAutofit/>
          </a:bodyPr>
          <a:lstStyle>
            <a:lvl1pPr marL="0" indent="0" algn="r">
              <a:buNone/>
              <a:defRPr sz="1499" baseline="0">
                <a:solidFill>
                  <a:schemeClr val="tx1">
                    <a:lumMod val="50000"/>
                    <a:lumOff val="50000"/>
                  </a:schemeClr>
                </a:solidFill>
              </a:defRPr>
            </a:lvl1pPr>
          </a:lstStyle>
          <a:p>
            <a:pPr lvl="0"/>
            <a:r>
              <a:rPr lang="en-US" dirty="0"/>
              <a:t>Breadcrumb 1 &gt; Breadcrumb 2</a:t>
            </a:r>
            <a:endParaRPr lang="es-UY" dirty="0"/>
          </a:p>
        </p:txBody>
      </p:sp>
    </p:spTree>
    <p:extLst>
      <p:ext uri="{BB962C8B-B14F-4D97-AF65-F5344CB8AC3E}">
        <p14:creationId xmlns:p14="http://schemas.microsoft.com/office/powerpoint/2010/main" val="31438074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ext Left Clipart Right">
    <p:bg>
      <p:bgPr>
        <a:solidFill>
          <a:schemeClr val="bg1">
            <a:lumMod val="95000"/>
            <a:alpha val="50000"/>
          </a:schemeClr>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solidFill>
                  <a:prstClr val="black">
                    <a:tint val="75000"/>
                  </a:prstClr>
                </a:solidFill>
              </a:rPr>
              <a:pPr/>
              <a:t>11/18/2024</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96E69268-9C8B-4EBF-A9EE-DC5DC2D48DC3}" type="slidenum">
              <a:rPr lang="en-US" smtClean="0">
                <a:solidFill>
                  <a:prstClr val="black">
                    <a:tint val="75000"/>
                  </a:prstClr>
                </a:solidFill>
              </a:rPr>
              <a:pPr/>
              <a:t>‹#›</a:t>
            </a:fld>
            <a:endParaRPr lang="en-US">
              <a:solidFill>
                <a:prstClr val="black">
                  <a:tint val="75000"/>
                </a:prstClr>
              </a:solidFill>
            </a:endParaRPr>
          </a:p>
        </p:txBody>
      </p:sp>
      <p:sp>
        <p:nvSpPr>
          <p:cNvPr id="9" name="Content Placeholder 7"/>
          <p:cNvSpPr>
            <a:spLocks noGrp="1"/>
          </p:cNvSpPr>
          <p:nvPr>
            <p:ph sz="quarter" idx="13" hasCustomPrompt="1"/>
          </p:nvPr>
        </p:nvSpPr>
        <p:spPr>
          <a:xfrm>
            <a:off x="513293" y="800100"/>
            <a:ext cx="3144069" cy="571500"/>
          </a:xfrm>
        </p:spPr>
        <p:txBody>
          <a:bodyPr>
            <a:noAutofit/>
          </a:bodyPr>
          <a:lstStyle>
            <a:lvl1pPr>
              <a:defRPr sz="2999" b="1"/>
            </a:lvl1pPr>
          </a:lstStyle>
          <a:p>
            <a:pPr lvl="0"/>
            <a:r>
              <a:rPr lang="en-US" dirty="0"/>
              <a:t>CLICK TO EDIT</a:t>
            </a:r>
          </a:p>
        </p:txBody>
      </p:sp>
      <p:sp>
        <p:nvSpPr>
          <p:cNvPr id="12" name="Content Placeholder 10"/>
          <p:cNvSpPr>
            <a:spLocks noGrp="1"/>
          </p:cNvSpPr>
          <p:nvPr>
            <p:ph sz="quarter" idx="14"/>
          </p:nvPr>
        </p:nvSpPr>
        <p:spPr>
          <a:xfrm>
            <a:off x="513293" y="1543050"/>
            <a:ext cx="3144069" cy="28575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214699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slidemodel2">
    <p:bg>
      <p:bgPr>
        <a:gradFill flip="none" rotWithShape="1">
          <a:gsLst>
            <a:gs pos="55000">
              <a:srgbClr val="1181AE"/>
            </a:gs>
            <a:gs pos="0">
              <a:srgbClr val="1181AE"/>
            </a:gs>
            <a:gs pos="100000">
              <a:srgbClr val="095474"/>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414005" y="2152976"/>
            <a:ext cx="4449167" cy="533311"/>
          </a:xfrm>
        </p:spPr>
        <p:txBody>
          <a:bodyPr>
            <a:normAutofit/>
          </a:bodyPr>
          <a:lstStyle>
            <a:lvl1pPr algn="ctr">
              <a:defRPr sz="2700" b="0">
                <a:solidFill>
                  <a:schemeClr val="bg1"/>
                </a:solidFill>
                <a:effectLst>
                  <a:outerShdw blurRad="38100" dist="38100" dir="2700000" algn="tl">
                    <a:srgbClr val="000000">
                      <a:alpha val="43137"/>
                    </a:srgbClr>
                  </a:outerShdw>
                </a:effectLst>
                <a:latin typeface="+mj-lt"/>
                <a:ea typeface="Open Sans" pitchFamily="34" charset="0"/>
                <a:cs typeface="Open Sans" pitchFamily="34" charset="0"/>
              </a:defRPr>
            </a:lvl1pPr>
          </a:lstStyle>
          <a:p>
            <a:r>
              <a:rPr lang="en-US"/>
              <a:t>SlideModel.com</a:t>
            </a:r>
          </a:p>
        </p:txBody>
      </p:sp>
      <p:sp>
        <p:nvSpPr>
          <p:cNvPr id="3" name="Date Placeholder 2"/>
          <p:cNvSpPr>
            <a:spLocks noGrp="1"/>
          </p:cNvSpPr>
          <p:nvPr>
            <p:ph type="dt" sz="half" idx="10"/>
          </p:nvPr>
        </p:nvSpPr>
        <p:spPr/>
        <p:txBody>
          <a:bodyPr/>
          <a:lstStyle/>
          <a:p>
            <a:fld id="{425404F2-BE9A-4460-8815-8F645183555F}" type="datetimeFigureOut">
              <a:rPr lang="en-US" smtClean="0">
                <a:solidFill>
                  <a:srgbClr val="080808">
                    <a:tint val="75000"/>
                  </a:srgbClr>
                </a:solidFill>
              </a:rPr>
              <a:pPr/>
              <a:t>11/18/2024</a:t>
            </a:fld>
            <a:endParaRPr lang="en-US">
              <a:solidFill>
                <a:srgbClr val="080808">
                  <a:tint val="75000"/>
                </a:srgbClr>
              </a:solidFill>
            </a:endParaRPr>
          </a:p>
        </p:txBody>
      </p:sp>
      <p:sp>
        <p:nvSpPr>
          <p:cNvPr id="4" name="Footer Placeholder 3"/>
          <p:cNvSpPr>
            <a:spLocks noGrp="1"/>
          </p:cNvSpPr>
          <p:nvPr>
            <p:ph type="ftr" sz="quarter" idx="11"/>
          </p:nvPr>
        </p:nvSpPr>
        <p:spPr/>
        <p:txBody>
          <a:bodyPr/>
          <a:lstStyle/>
          <a:p>
            <a:endParaRPr lang="en-US">
              <a:solidFill>
                <a:srgbClr val="080808">
                  <a:tint val="75000"/>
                </a:srgbClr>
              </a:solidFill>
            </a:endParaRPr>
          </a:p>
        </p:txBody>
      </p:sp>
      <p:sp>
        <p:nvSpPr>
          <p:cNvPr id="5" name="Slide Number Placeholder 4"/>
          <p:cNvSpPr>
            <a:spLocks noGrp="1"/>
          </p:cNvSpPr>
          <p:nvPr>
            <p:ph type="sldNum" sz="quarter" idx="12"/>
          </p:nvPr>
        </p:nvSpPr>
        <p:spPr/>
        <p:txBody>
          <a:bodyPr/>
          <a:lstStyle/>
          <a:p>
            <a:fld id="{96E69268-9C8B-4EBF-A9EE-DC5DC2D48DC3}" type="slidenum">
              <a:rPr lang="en-US" smtClean="0">
                <a:solidFill>
                  <a:srgbClr val="080808">
                    <a:tint val="75000"/>
                  </a:srgbClr>
                </a:solidFill>
              </a:rPr>
              <a:pPr/>
              <a:t>‹#›</a:t>
            </a:fld>
            <a:endParaRPr lang="en-US">
              <a:solidFill>
                <a:srgbClr val="080808">
                  <a:tint val="75000"/>
                </a:srgbClr>
              </a:solidFill>
            </a:endParaRPr>
          </a:p>
        </p:txBody>
      </p:sp>
    </p:spTree>
    <p:extLst>
      <p:ext uri="{BB962C8B-B14F-4D97-AF65-F5344CB8AC3E}">
        <p14:creationId xmlns:p14="http://schemas.microsoft.com/office/powerpoint/2010/main" val="28197169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2700" y="0"/>
            <a:ext cx="9173370" cy="5142161"/>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019299" y="1403349"/>
            <a:ext cx="5111752" cy="1136650"/>
          </a:xfrm>
        </p:spPr>
        <p:txBody>
          <a:bodyPr anchor="b">
            <a:noAutofit/>
          </a:bodyPr>
          <a:lstStyle>
            <a:lvl1pPr algn="ctr">
              <a:defRPr sz="4050">
                <a:effectLst/>
              </a:defRPr>
            </a:lvl1pPr>
          </a:lstStyle>
          <a:p>
            <a:r>
              <a:rPr lang="en-US"/>
              <a:t>Click to edit Master title style</a:t>
            </a:r>
            <a:endParaRPr lang="en-US" dirty="0"/>
          </a:p>
        </p:txBody>
      </p:sp>
      <p:sp>
        <p:nvSpPr>
          <p:cNvPr id="3" name="Subtitle 2"/>
          <p:cNvSpPr>
            <a:spLocks noGrp="1"/>
          </p:cNvSpPr>
          <p:nvPr>
            <p:ph type="subTitle" idx="1"/>
          </p:nvPr>
        </p:nvSpPr>
        <p:spPr>
          <a:xfrm>
            <a:off x="2019299" y="2743198"/>
            <a:ext cx="5111752" cy="990602"/>
          </a:xfrm>
        </p:spPr>
        <p:txBody>
          <a:bodyPr anchor="t">
            <a:normAutofit/>
          </a:bodyPr>
          <a:lstStyle>
            <a:lvl1pPr marL="0" indent="0" algn="ctr">
              <a:buNone/>
              <a:defRPr sz="1575">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5987425" y="3778247"/>
            <a:ext cx="673100" cy="209550"/>
          </a:xfrm>
        </p:spPr>
        <p:txBody>
          <a:bodyPr/>
          <a:lstStyle/>
          <a:p>
            <a:fld id="{991F5E0D-8B06-4334-AF1A-20C12C430B60}" type="datetimeFigureOut">
              <a:rPr lang="en-IN" smtClean="0"/>
              <a:t>18-11-2024</a:t>
            </a:fld>
            <a:endParaRPr lang="en-IN"/>
          </a:p>
        </p:txBody>
      </p:sp>
      <p:sp>
        <p:nvSpPr>
          <p:cNvPr id="5" name="Footer Placeholder 4"/>
          <p:cNvSpPr>
            <a:spLocks noGrp="1"/>
          </p:cNvSpPr>
          <p:nvPr>
            <p:ph type="ftr" sz="quarter" idx="11"/>
          </p:nvPr>
        </p:nvSpPr>
        <p:spPr>
          <a:xfrm>
            <a:off x="2019298" y="3778247"/>
            <a:ext cx="3910976" cy="209550"/>
          </a:xfrm>
        </p:spPr>
        <p:txBody>
          <a:bodyPr/>
          <a:lstStyle/>
          <a:p>
            <a:endParaRPr lang="en-IN"/>
          </a:p>
        </p:txBody>
      </p:sp>
      <p:sp>
        <p:nvSpPr>
          <p:cNvPr id="6" name="Slide Number Placeholder 5"/>
          <p:cNvSpPr>
            <a:spLocks noGrp="1"/>
          </p:cNvSpPr>
          <p:nvPr>
            <p:ph type="sldNum" sz="quarter" idx="12"/>
          </p:nvPr>
        </p:nvSpPr>
        <p:spPr>
          <a:xfrm>
            <a:off x="6717676" y="3778247"/>
            <a:ext cx="413375" cy="209550"/>
          </a:xfrm>
        </p:spPr>
        <p:txBody>
          <a:bodyPr/>
          <a:lstStyle/>
          <a:p>
            <a:pPr defTabSz="914171"/>
            <a:fld id="{5939B1FA-81F2-4940-9AF3-5EAFB5D6669B}" type="slidenum">
              <a:rPr lang="en-US" smtClean="0">
                <a:solidFill>
                  <a:prstClr val="black">
                    <a:tint val="75000"/>
                  </a:prstClr>
                </a:solidFill>
              </a:rPr>
              <a:pPr defTabSz="914171"/>
              <a:t>‹#›</a:t>
            </a:fld>
            <a:endParaRPr lang="en-US">
              <a:solidFill>
                <a:prstClr val="black">
                  <a:tint val="75000"/>
                </a:prstClr>
              </a:solidFill>
            </a:endParaRPr>
          </a:p>
        </p:txBody>
      </p:sp>
      <p:cxnSp>
        <p:nvCxnSpPr>
          <p:cNvPr id="15" name="Straight Connector 14"/>
          <p:cNvCxnSpPr/>
          <p:nvPr/>
        </p:nvCxnSpPr>
        <p:spPr>
          <a:xfrm>
            <a:off x="2019299" y="2641598"/>
            <a:ext cx="5111751"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139022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047127" y="181610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1F5E0D-8B06-4334-AF1A-20C12C430B60}" type="datetimeFigureOut">
              <a:rPr lang="en-IN" smtClean="0"/>
              <a:t>18-11-2024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defTabSz="914171"/>
            <a:fld id="{5939B1FA-81F2-4940-9AF3-5EAFB5D6669B}" type="slidenum">
              <a:rPr lang="en-US" smtClean="0">
                <a:solidFill>
                  <a:prstClr val="black">
                    <a:tint val="75000"/>
                  </a:prstClr>
                </a:solidFill>
              </a:rPr>
              <a:pPr defTabSz="914171"/>
              <a:t>‹#›</a:t>
            </a:fld>
            <a:endParaRPr lang="en-US">
              <a:solidFill>
                <a:prstClr val="black">
                  <a:tint val="75000"/>
                </a:prstClr>
              </a:solidFill>
            </a:endParaRPr>
          </a:p>
        </p:txBody>
      </p:sp>
    </p:spTree>
    <p:extLst>
      <p:ext uri="{BB962C8B-B14F-4D97-AF65-F5344CB8AC3E}">
        <p14:creationId xmlns:p14="http://schemas.microsoft.com/office/powerpoint/2010/main" val="42915496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11302" y="1314454"/>
            <a:ext cx="6119016" cy="1366886"/>
          </a:xfrm>
        </p:spPr>
        <p:txBody>
          <a:bodyPr anchor="b">
            <a:normAutofit/>
          </a:bodyPr>
          <a:lstStyle>
            <a:lvl1pPr algn="ctr">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1511300" y="2884539"/>
            <a:ext cx="6119018" cy="715910"/>
          </a:xfrm>
        </p:spPr>
        <p:txBody>
          <a:bodyPr anchor="t">
            <a:normAutofit/>
          </a:bodyPr>
          <a:lstStyle>
            <a:lvl1pPr marL="0" indent="0" algn="ctr">
              <a:buNone/>
              <a:defRPr sz="18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91F5E0D-8B06-4334-AF1A-20C12C430B60}" type="datetimeFigureOut">
              <a:rPr lang="en-IN" smtClean="0"/>
              <a:t>18-11-2024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defTabSz="914171"/>
            <a:fld id="{5939B1FA-81F2-4940-9AF3-5EAFB5D6669B}" type="slidenum">
              <a:rPr lang="en-US" smtClean="0">
                <a:solidFill>
                  <a:prstClr val="black">
                    <a:tint val="75000"/>
                  </a:prstClr>
                </a:solidFill>
              </a:rPr>
              <a:pPr defTabSz="914171"/>
              <a:t>‹#›</a:t>
            </a:fld>
            <a:endParaRPr lang="en-US">
              <a:solidFill>
                <a:prstClr val="black">
                  <a:tint val="75000"/>
                </a:prstClr>
              </a:solidFill>
            </a:endParaRPr>
          </a:p>
        </p:txBody>
      </p:sp>
      <p:cxnSp>
        <p:nvCxnSpPr>
          <p:cNvPr id="16" name="Straight Connector 15"/>
          <p:cNvCxnSpPr/>
          <p:nvPr/>
        </p:nvCxnSpPr>
        <p:spPr>
          <a:xfrm>
            <a:off x="1509542" y="2782939"/>
            <a:ext cx="612253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527034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047127" y="181610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73836" y="1920240"/>
            <a:ext cx="3538728" cy="248259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36008" y="1920240"/>
            <a:ext cx="3538728" cy="248259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91F5E0D-8B06-4334-AF1A-20C12C430B60}" type="datetimeFigureOut">
              <a:rPr lang="en-IN" smtClean="0"/>
              <a:t>18-11-2024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defTabSz="914171"/>
            <a:fld id="{5939B1FA-81F2-4940-9AF3-5EAFB5D6669B}" type="slidenum">
              <a:rPr lang="en-US" smtClean="0">
                <a:solidFill>
                  <a:prstClr val="black">
                    <a:tint val="75000"/>
                  </a:prstClr>
                </a:solidFill>
              </a:rPr>
              <a:pPr defTabSz="914171"/>
              <a:t>‹#›</a:t>
            </a:fld>
            <a:endParaRPr lang="en-US">
              <a:solidFill>
                <a:prstClr val="black">
                  <a:tint val="75000"/>
                </a:prstClr>
              </a:solidFill>
            </a:endParaRPr>
          </a:p>
        </p:txBody>
      </p:sp>
    </p:spTree>
    <p:extLst>
      <p:ext uri="{BB962C8B-B14F-4D97-AF65-F5344CB8AC3E}">
        <p14:creationId xmlns:p14="http://schemas.microsoft.com/office/powerpoint/2010/main" val="40193571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1550" y="1993900"/>
            <a:ext cx="3538728" cy="432197"/>
          </a:xfrm>
        </p:spPr>
        <p:txBody>
          <a:bodyPr anchor="b">
            <a:noAutofit/>
          </a:bodyPr>
          <a:lstStyle>
            <a:lvl1pPr marL="0" indent="0">
              <a:spcBef>
                <a:spcPts val="504"/>
              </a:spcBef>
              <a:spcAft>
                <a:spcPts val="450"/>
              </a:spcAft>
              <a:buNone/>
              <a:defRPr sz="21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971550" y="2432447"/>
            <a:ext cx="3538728" cy="1974454"/>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35503" y="1993900"/>
            <a:ext cx="3538728" cy="432197"/>
          </a:xfrm>
        </p:spPr>
        <p:txBody>
          <a:bodyPr anchor="b">
            <a:noAutofit/>
          </a:bodyPr>
          <a:lstStyle>
            <a:lvl1pPr marL="0" indent="0">
              <a:spcBef>
                <a:spcPts val="504"/>
              </a:spcBef>
              <a:spcAft>
                <a:spcPts val="450"/>
              </a:spcAft>
              <a:buNone/>
              <a:defRPr sz="21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35503" y="2432447"/>
            <a:ext cx="3538728" cy="1974454"/>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defTabSz="914171"/>
            <a:fld id="{FD1176A7-B091-469C-82C8-89C693043C40}" type="datetimeFigureOut">
              <a:rPr lang="en-US" smtClean="0">
                <a:solidFill>
                  <a:prstClr val="black">
                    <a:tint val="75000"/>
                  </a:prstClr>
                </a:solidFill>
              </a:rPr>
              <a:pPr defTabSz="914171"/>
              <a:t>11/18/2024</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pPr defTabSz="914171"/>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pPr defTabSz="914171"/>
            <a:fld id="{5939B1FA-81F2-4940-9AF3-5EAFB5D6669B}" type="slidenum">
              <a:rPr lang="en-US" smtClean="0">
                <a:solidFill>
                  <a:prstClr val="black">
                    <a:tint val="75000"/>
                  </a:prstClr>
                </a:solidFill>
              </a:rPr>
              <a:pPr defTabSz="914171"/>
              <a:t>‹#›</a:t>
            </a:fld>
            <a:endParaRPr lang="en-US">
              <a:solidFill>
                <a:prstClr val="black">
                  <a:tint val="75000"/>
                </a:prstClr>
              </a:solidFill>
            </a:endParaRPr>
          </a:p>
        </p:txBody>
      </p:sp>
      <p:cxnSp>
        <p:nvCxnSpPr>
          <p:cNvPr id="18" name="Straight Connector 17"/>
          <p:cNvCxnSpPr/>
          <p:nvPr/>
        </p:nvCxnSpPr>
        <p:spPr>
          <a:xfrm>
            <a:off x="1047127" y="181610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9130830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91F5E0D-8B06-4334-AF1A-20C12C430B60}" type="datetimeFigureOut">
              <a:rPr lang="en-IN" smtClean="0"/>
              <a:t>18-11-2024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defTabSz="914171"/>
            <a:fld id="{5939B1FA-81F2-4940-9AF3-5EAFB5D6669B}" type="slidenum">
              <a:rPr lang="en-US" smtClean="0">
                <a:solidFill>
                  <a:prstClr val="black">
                    <a:tint val="75000"/>
                  </a:prstClr>
                </a:solidFill>
              </a:rPr>
              <a:pPr defTabSz="914171"/>
              <a:t>‹#›</a:t>
            </a:fld>
            <a:endParaRPr lang="en-US">
              <a:solidFill>
                <a:prstClr val="black">
                  <a:tint val="75000"/>
                </a:prstClr>
              </a:solidFill>
            </a:endParaRPr>
          </a:p>
        </p:txBody>
      </p:sp>
      <p:cxnSp>
        <p:nvCxnSpPr>
          <p:cNvPr id="14" name="Straight Connector 13"/>
          <p:cNvCxnSpPr/>
          <p:nvPr/>
        </p:nvCxnSpPr>
        <p:spPr>
          <a:xfrm>
            <a:off x="1047127" y="181610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4549233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1F5E0D-8B06-4334-AF1A-20C12C430B60}" type="datetimeFigureOut">
              <a:rPr lang="en-IN" smtClean="0"/>
              <a:t>18-11-2024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pPr defTabSz="914171"/>
            <a:fld id="{5939B1FA-81F2-4940-9AF3-5EAFB5D6669B}" type="slidenum">
              <a:rPr lang="en-US" smtClean="0">
                <a:solidFill>
                  <a:prstClr val="black">
                    <a:tint val="75000"/>
                  </a:prstClr>
                </a:solidFill>
              </a:rPr>
              <a:pPr defTabSz="914171"/>
              <a:t>‹#›</a:t>
            </a:fld>
            <a:endParaRPr lang="en-US">
              <a:solidFill>
                <a:prstClr val="black">
                  <a:tint val="75000"/>
                </a:prstClr>
              </a:solidFill>
            </a:endParaRPr>
          </a:p>
        </p:txBody>
      </p:sp>
    </p:spTree>
    <p:extLst>
      <p:ext uri="{BB962C8B-B14F-4D97-AF65-F5344CB8AC3E}">
        <p14:creationId xmlns:p14="http://schemas.microsoft.com/office/powerpoint/2010/main" val="411376596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70359" y="1041401"/>
            <a:ext cx="2788841" cy="1028700"/>
          </a:xfrm>
        </p:spPr>
        <p:txBody>
          <a:bodyPr anchor="b">
            <a:normAutofit/>
          </a:bodyPr>
          <a:lstStyle>
            <a:lvl1pPr algn="ctr">
              <a:defRPr sz="1800" b="0"/>
            </a:lvl1pPr>
          </a:lstStyle>
          <a:p>
            <a:r>
              <a:rPr lang="en-US"/>
              <a:t>Click to edit Master title style</a:t>
            </a:r>
            <a:endParaRPr lang="en-US" dirty="0"/>
          </a:p>
        </p:txBody>
      </p:sp>
      <p:sp>
        <p:nvSpPr>
          <p:cNvPr id="3" name="Content Placeholder 2"/>
          <p:cNvSpPr>
            <a:spLocks noGrp="1"/>
          </p:cNvSpPr>
          <p:nvPr>
            <p:ph idx="1"/>
          </p:nvPr>
        </p:nvSpPr>
        <p:spPr>
          <a:xfrm>
            <a:off x="4064001" y="736599"/>
            <a:ext cx="4102100" cy="3670301"/>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70359" y="2273299"/>
            <a:ext cx="2788841" cy="1828803"/>
          </a:xfrm>
        </p:spPr>
        <p:txBody>
          <a:bodyPr anchor="t">
            <a:normAutofit/>
          </a:bodyPr>
          <a:lstStyle>
            <a:lvl1pPr marL="0" indent="0" algn="ctr">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991F5E0D-8B06-4334-AF1A-20C12C430B60}" type="datetimeFigureOut">
              <a:rPr lang="en-IN" smtClean="0"/>
              <a:t>18-11-2024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defTabSz="914171"/>
            <a:fld id="{5939B1FA-81F2-4940-9AF3-5EAFB5D6669B}" type="slidenum">
              <a:rPr lang="en-US" smtClean="0">
                <a:solidFill>
                  <a:prstClr val="black">
                    <a:tint val="75000"/>
                  </a:prstClr>
                </a:solidFill>
              </a:rPr>
              <a:pPr defTabSz="914171"/>
              <a:t>‹#›</a:t>
            </a:fld>
            <a:endParaRPr lang="en-US">
              <a:solidFill>
                <a:prstClr val="black">
                  <a:tint val="75000"/>
                </a:prstClr>
              </a:solidFill>
            </a:endParaRPr>
          </a:p>
        </p:txBody>
      </p:sp>
      <p:cxnSp>
        <p:nvCxnSpPr>
          <p:cNvPr id="16" name="Straight Connector 15"/>
          <p:cNvCxnSpPr/>
          <p:nvPr/>
        </p:nvCxnSpPr>
        <p:spPr>
          <a:xfrm>
            <a:off x="1047127" y="2184400"/>
            <a:ext cx="26358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4703996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71549" y="1412874"/>
            <a:ext cx="4681362" cy="1028700"/>
          </a:xfrm>
        </p:spPr>
        <p:txBody>
          <a:bodyPr anchor="b">
            <a:normAutofit/>
          </a:bodyPr>
          <a:lstStyle>
            <a:lvl1pPr algn="ctr">
              <a:defRPr sz="21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6071124" y="781050"/>
            <a:ext cx="2297510" cy="35814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971549" y="2441574"/>
            <a:ext cx="4681362" cy="1371600"/>
          </a:xfrm>
        </p:spPr>
        <p:txBody>
          <a:bodyPr anchor="t">
            <a:normAutofit/>
          </a:bodyPr>
          <a:lstStyle>
            <a:lvl1pPr marL="0" indent="0" algn="ctr">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991F5E0D-8B06-4334-AF1A-20C12C430B60}" type="datetimeFigureOut">
              <a:rPr lang="en-IN" smtClean="0"/>
              <a:t>18-11-2024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defTabSz="914171"/>
            <a:fld id="{5939B1FA-81F2-4940-9AF3-5EAFB5D6669B}" type="slidenum">
              <a:rPr lang="en-US" smtClean="0">
                <a:solidFill>
                  <a:prstClr val="black">
                    <a:tint val="75000"/>
                  </a:prstClr>
                </a:solidFill>
              </a:rPr>
              <a:pPr defTabSz="914171"/>
              <a:t>‹#›</a:t>
            </a:fld>
            <a:endParaRPr lang="en-US">
              <a:solidFill>
                <a:prstClr val="black">
                  <a:tint val="75000"/>
                </a:prstClr>
              </a:solidFill>
            </a:endParaRPr>
          </a:p>
        </p:txBody>
      </p:sp>
    </p:spTree>
    <p:extLst>
      <p:ext uri="{BB962C8B-B14F-4D97-AF65-F5344CB8AC3E}">
        <p14:creationId xmlns:p14="http://schemas.microsoft.com/office/powerpoint/2010/main" val="401549751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71551" y="3611561"/>
            <a:ext cx="7207250" cy="425054"/>
          </a:xfrm>
        </p:spPr>
        <p:txBody>
          <a:bodyPr anchor="b">
            <a:normAutofit/>
          </a:bodyPr>
          <a:lstStyle>
            <a:lvl1pPr algn="ctr">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1070" y="781050"/>
            <a:ext cx="7579479" cy="2501902"/>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971551" y="4036615"/>
            <a:ext cx="7207250" cy="370284"/>
          </a:xfrm>
        </p:spPr>
        <p:txBody>
          <a:bodyPr>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pPr defTabSz="914171"/>
            <a:fld id="{FD1176A7-B091-469C-82C8-89C693043C40}" type="datetimeFigureOut">
              <a:rPr lang="en-US" smtClean="0">
                <a:solidFill>
                  <a:prstClr val="black">
                    <a:tint val="75000"/>
                  </a:prstClr>
                </a:solidFill>
              </a:rPr>
              <a:pPr defTabSz="914171"/>
              <a:t>11/18/2024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914171"/>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defTabSz="914171"/>
            <a:fld id="{5939B1FA-81F2-4940-9AF3-5EAFB5D6669B}" type="slidenum">
              <a:rPr lang="en-US" smtClean="0">
                <a:solidFill>
                  <a:prstClr val="black">
                    <a:tint val="75000"/>
                  </a:prstClr>
                </a:solidFill>
              </a:rPr>
              <a:pPr defTabSz="914171"/>
              <a:t>‹#›</a:t>
            </a:fld>
            <a:endParaRPr lang="en-US">
              <a:solidFill>
                <a:prstClr val="black">
                  <a:tint val="75000"/>
                </a:prstClr>
              </a:solidFill>
            </a:endParaRPr>
          </a:p>
        </p:txBody>
      </p:sp>
    </p:spTree>
    <p:extLst>
      <p:ext uri="{BB962C8B-B14F-4D97-AF65-F5344CB8AC3E}">
        <p14:creationId xmlns:p14="http://schemas.microsoft.com/office/powerpoint/2010/main" val="23950495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77901" y="736599"/>
            <a:ext cx="7194549" cy="2216151"/>
          </a:xfrm>
        </p:spPr>
        <p:txBody>
          <a:bodyPr anchor="ctr">
            <a:normAutofit/>
          </a:bodyPr>
          <a:lstStyle>
            <a:lvl1pPr algn="ctr">
              <a:defRPr sz="2400" b="0" cap="none"/>
            </a:lvl1pPr>
          </a:lstStyle>
          <a:p>
            <a:r>
              <a:rPr lang="en-US"/>
              <a:t>Click to edit Master title style</a:t>
            </a:r>
            <a:endParaRPr lang="en-US" dirty="0"/>
          </a:p>
        </p:txBody>
      </p:sp>
      <p:sp>
        <p:nvSpPr>
          <p:cNvPr id="3" name="Text Placeholder 2"/>
          <p:cNvSpPr>
            <a:spLocks noGrp="1"/>
          </p:cNvSpPr>
          <p:nvPr>
            <p:ph type="body" idx="1"/>
          </p:nvPr>
        </p:nvSpPr>
        <p:spPr>
          <a:xfrm>
            <a:off x="977901" y="3257550"/>
            <a:ext cx="7194549" cy="1149350"/>
          </a:xfrm>
        </p:spPr>
        <p:txBody>
          <a:bodyPr anchor="ctr">
            <a:normAutofit/>
          </a:bodyPr>
          <a:lstStyle>
            <a:lvl1pPr marL="0" indent="0" algn="ctr">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defTabSz="914171"/>
            <a:fld id="{FD1176A7-B091-469C-82C8-89C693043C40}" type="datetimeFigureOut">
              <a:rPr lang="en-US" smtClean="0">
                <a:solidFill>
                  <a:prstClr val="black">
                    <a:tint val="75000"/>
                  </a:prstClr>
                </a:solidFill>
              </a:rPr>
              <a:pPr defTabSz="914171"/>
              <a:t>11/18/2024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914171"/>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914171"/>
            <a:fld id="{5939B1FA-81F2-4940-9AF3-5EAFB5D6669B}" type="slidenum">
              <a:rPr lang="en-US" smtClean="0">
                <a:solidFill>
                  <a:prstClr val="black">
                    <a:tint val="75000"/>
                  </a:prstClr>
                </a:solidFill>
              </a:rPr>
              <a:pPr defTabSz="914171"/>
              <a:t>‹#›</a:t>
            </a:fld>
            <a:endParaRPr lang="en-US">
              <a:solidFill>
                <a:prstClr val="black">
                  <a:tint val="75000"/>
                </a:prstClr>
              </a:solidFill>
            </a:endParaRPr>
          </a:p>
        </p:txBody>
      </p:sp>
      <p:cxnSp>
        <p:nvCxnSpPr>
          <p:cNvPr id="15" name="Straight Connector 14"/>
          <p:cNvCxnSpPr/>
          <p:nvPr/>
        </p:nvCxnSpPr>
        <p:spPr>
          <a:xfrm>
            <a:off x="1047127" y="3105149"/>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0391364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60" y="736599"/>
            <a:ext cx="6972299" cy="1778001"/>
          </a:xfrm>
        </p:spPr>
        <p:txBody>
          <a:bodyPr anchor="ctr">
            <a:normAutofit/>
          </a:bodyPr>
          <a:lstStyle>
            <a:lvl1pPr algn="ctr">
              <a:defRPr sz="24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256109" y="2514600"/>
            <a:ext cx="6629402" cy="438150"/>
          </a:xfrm>
        </p:spPr>
        <p:txBody>
          <a:bodyPr anchor="ctr">
            <a:normAutofit/>
          </a:bodyPr>
          <a:lstStyle>
            <a:lvl1pPr marL="0" indent="0" algn="r">
              <a:buFontTx/>
              <a:buNone/>
              <a:defRPr sz="1500"/>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971551" y="3257550"/>
            <a:ext cx="7207250" cy="1149350"/>
          </a:xfrm>
        </p:spPr>
        <p:txBody>
          <a:bodyPr anchor="ctr">
            <a:normAutofit/>
          </a:bodyPr>
          <a:lstStyle>
            <a:lvl1pPr marL="0" indent="0" algn="ctr">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defTabSz="914171"/>
            <a:fld id="{FD1176A7-B091-469C-82C8-89C693043C40}" type="datetimeFigureOut">
              <a:rPr lang="en-US" smtClean="0">
                <a:solidFill>
                  <a:prstClr val="black">
                    <a:tint val="75000"/>
                  </a:prstClr>
                </a:solidFill>
              </a:rPr>
              <a:pPr defTabSz="914171"/>
              <a:t>11/18/2024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914171"/>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914171"/>
            <a:fld id="{5939B1FA-81F2-4940-9AF3-5EAFB5D6669B}" type="slidenum">
              <a:rPr lang="en-US" smtClean="0">
                <a:solidFill>
                  <a:prstClr val="black">
                    <a:tint val="75000"/>
                  </a:prstClr>
                </a:solidFill>
              </a:rPr>
              <a:pPr defTabSz="914171"/>
              <a:t>‹#›</a:t>
            </a:fld>
            <a:endParaRPr lang="en-US">
              <a:solidFill>
                <a:prstClr val="black">
                  <a:tint val="75000"/>
                </a:prstClr>
              </a:solidFill>
            </a:endParaRPr>
          </a:p>
        </p:txBody>
      </p:sp>
      <p:sp>
        <p:nvSpPr>
          <p:cNvPr id="14" name="TextBox 13"/>
          <p:cNvSpPr txBox="1"/>
          <p:nvPr/>
        </p:nvSpPr>
        <p:spPr>
          <a:xfrm>
            <a:off x="646510" y="659971"/>
            <a:ext cx="457200" cy="438582"/>
          </a:xfrm>
          <a:prstGeom prst="rect">
            <a:avLst/>
          </a:prstGeom>
        </p:spPr>
        <p:txBody>
          <a:bodyPr vert="horz" lIns="68580" tIns="34290" rIns="68580" bIns="34290" rtlCol="0" anchor="ctr">
            <a:noAutofit/>
          </a:bodyPr>
          <a:lstStyle/>
          <a:p>
            <a:pPr lvl="0"/>
            <a:r>
              <a:rPr lang="en-US" sz="6000" dirty="0">
                <a:solidFill>
                  <a:schemeClr val="tx1"/>
                </a:solidFill>
                <a:effectLst/>
              </a:rPr>
              <a:t>“</a:t>
            </a:r>
          </a:p>
        </p:txBody>
      </p:sp>
      <p:sp>
        <p:nvSpPr>
          <p:cNvPr id="15" name="TextBox 14"/>
          <p:cNvSpPr txBox="1"/>
          <p:nvPr/>
        </p:nvSpPr>
        <p:spPr>
          <a:xfrm>
            <a:off x="7950200" y="2120903"/>
            <a:ext cx="457200" cy="438582"/>
          </a:xfrm>
          <a:prstGeom prst="rect">
            <a:avLst/>
          </a:prstGeom>
        </p:spPr>
        <p:txBody>
          <a:bodyPr vert="horz" lIns="68580" tIns="34290" rIns="68580" bIns="34290" rtlCol="0" anchor="ctr">
            <a:noAutofit/>
          </a:bodyPr>
          <a:lstStyle/>
          <a:p>
            <a:pPr lvl="0" algn="r"/>
            <a:r>
              <a:rPr lang="en-US" sz="6000" dirty="0">
                <a:solidFill>
                  <a:schemeClr val="tx1"/>
                </a:solidFill>
                <a:effectLst/>
              </a:rPr>
              <a:t>”</a:t>
            </a:r>
          </a:p>
        </p:txBody>
      </p:sp>
      <p:cxnSp>
        <p:nvCxnSpPr>
          <p:cNvPr id="19" name="Straight Connector 18"/>
          <p:cNvCxnSpPr/>
          <p:nvPr/>
        </p:nvCxnSpPr>
        <p:spPr>
          <a:xfrm>
            <a:off x="1047127" y="3105149"/>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6205812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71552" y="2481436"/>
            <a:ext cx="7207251" cy="1101600"/>
          </a:xfrm>
        </p:spPr>
        <p:txBody>
          <a:bodyPr anchor="b">
            <a:normAutofit/>
          </a:bodyPr>
          <a:lstStyle>
            <a:lvl1pPr algn="l">
              <a:defRPr sz="2400" b="0" cap="none"/>
            </a:lvl1pPr>
          </a:lstStyle>
          <a:p>
            <a:r>
              <a:rPr lang="en-US"/>
              <a:t>Click to edit Master title style</a:t>
            </a:r>
            <a:endParaRPr lang="en-US" dirty="0"/>
          </a:p>
        </p:txBody>
      </p:sp>
      <p:sp>
        <p:nvSpPr>
          <p:cNvPr id="3" name="Text Placeholder 2"/>
          <p:cNvSpPr>
            <a:spLocks noGrp="1"/>
          </p:cNvSpPr>
          <p:nvPr>
            <p:ph type="body" idx="1"/>
          </p:nvPr>
        </p:nvSpPr>
        <p:spPr>
          <a:xfrm>
            <a:off x="971551" y="3583036"/>
            <a:ext cx="7207251" cy="645300"/>
          </a:xfrm>
        </p:spPr>
        <p:txBody>
          <a:bodyPr anchor="t">
            <a:normAutofit/>
          </a:bodyPr>
          <a:lstStyle>
            <a:lvl1pPr marL="0" indent="0" algn="l">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defTabSz="914171"/>
            <a:fld id="{FD1176A7-B091-469C-82C8-89C693043C40}" type="datetimeFigureOut">
              <a:rPr lang="en-US" smtClean="0">
                <a:solidFill>
                  <a:prstClr val="black">
                    <a:tint val="75000"/>
                  </a:prstClr>
                </a:solidFill>
              </a:rPr>
              <a:pPr defTabSz="914171"/>
              <a:t>11/18/2024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914171"/>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914171"/>
            <a:fld id="{5939B1FA-81F2-4940-9AF3-5EAFB5D6669B}" type="slidenum">
              <a:rPr lang="en-US" smtClean="0">
                <a:solidFill>
                  <a:prstClr val="black">
                    <a:tint val="75000"/>
                  </a:prstClr>
                </a:solidFill>
              </a:rPr>
              <a:pPr defTabSz="914171"/>
              <a:t>‹#›</a:t>
            </a:fld>
            <a:endParaRPr lang="en-US">
              <a:solidFill>
                <a:prstClr val="black">
                  <a:tint val="75000"/>
                </a:prstClr>
              </a:solidFill>
            </a:endParaRPr>
          </a:p>
        </p:txBody>
      </p:sp>
    </p:spTree>
    <p:extLst>
      <p:ext uri="{BB962C8B-B14F-4D97-AF65-F5344CB8AC3E}">
        <p14:creationId xmlns:p14="http://schemas.microsoft.com/office/powerpoint/2010/main" val="373609316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084660" y="736599"/>
            <a:ext cx="6972299" cy="1682751"/>
          </a:xfrm>
        </p:spPr>
        <p:txBody>
          <a:bodyPr anchor="ctr">
            <a:normAutofit/>
          </a:bodyPr>
          <a:lstStyle>
            <a:lvl1pPr algn="ctr">
              <a:defRPr sz="24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971551" y="2729484"/>
            <a:ext cx="7207251" cy="665226"/>
          </a:xfrm>
        </p:spPr>
        <p:txBody>
          <a:bodyPr anchor="b">
            <a:normAutofit/>
          </a:bodyPr>
          <a:lstStyle>
            <a:lvl1pPr marL="0" indent="0" algn="l">
              <a:spcBef>
                <a:spcPts val="0"/>
              </a:spcBef>
              <a:buNone/>
              <a:defRPr sz="18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971551" y="3397250"/>
            <a:ext cx="7207251" cy="1009650"/>
          </a:xfrm>
        </p:spPr>
        <p:txBody>
          <a:bodyPr anchor="t">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defTabSz="914171"/>
            <a:fld id="{FD1176A7-B091-469C-82C8-89C693043C40}" type="datetimeFigureOut">
              <a:rPr lang="en-US" smtClean="0">
                <a:solidFill>
                  <a:prstClr val="black">
                    <a:tint val="75000"/>
                  </a:prstClr>
                </a:solidFill>
              </a:rPr>
              <a:pPr defTabSz="914171"/>
              <a:t>11/18/2024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914171"/>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914171"/>
            <a:fld id="{5939B1FA-81F2-4940-9AF3-5EAFB5D6669B}" type="slidenum">
              <a:rPr lang="en-US" smtClean="0">
                <a:solidFill>
                  <a:prstClr val="black">
                    <a:tint val="75000"/>
                  </a:prstClr>
                </a:solidFill>
              </a:rPr>
              <a:pPr defTabSz="914171"/>
              <a:t>‹#›</a:t>
            </a:fld>
            <a:endParaRPr lang="en-US">
              <a:solidFill>
                <a:prstClr val="black">
                  <a:tint val="75000"/>
                </a:prstClr>
              </a:solidFill>
            </a:endParaRPr>
          </a:p>
        </p:txBody>
      </p:sp>
      <p:sp>
        <p:nvSpPr>
          <p:cNvPr id="12" name="TextBox 11"/>
          <p:cNvSpPr txBox="1"/>
          <p:nvPr/>
        </p:nvSpPr>
        <p:spPr>
          <a:xfrm>
            <a:off x="646510" y="659971"/>
            <a:ext cx="457200" cy="438582"/>
          </a:xfrm>
          <a:prstGeom prst="rect">
            <a:avLst/>
          </a:prstGeom>
        </p:spPr>
        <p:txBody>
          <a:bodyPr vert="horz" lIns="68580" tIns="34290" rIns="68580" bIns="34290" rtlCol="0" anchor="ctr">
            <a:noAutofit/>
          </a:bodyPr>
          <a:lstStyle/>
          <a:p>
            <a:pPr lvl="0"/>
            <a:r>
              <a:rPr lang="en-US" sz="6000" dirty="0">
                <a:solidFill>
                  <a:schemeClr val="tx1"/>
                </a:solidFill>
                <a:effectLst/>
              </a:rPr>
              <a:t>“</a:t>
            </a:r>
          </a:p>
        </p:txBody>
      </p:sp>
      <p:sp>
        <p:nvSpPr>
          <p:cNvPr id="13" name="TextBox 12"/>
          <p:cNvSpPr txBox="1"/>
          <p:nvPr/>
        </p:nvSpPr>
        <p:spPr>
          <a:xfrm>
            <a:off x="7950200" y="1949446"/>
            <a:ext cx="457200" cy="438582"/>
          </a:xfrm>
          <a:prstGeom prst="rect">
            <a:avLst/>
          </a:prstGeom>
        </p:spPr>
        <p:txBody>
          <a:bodyPr vert="horz" lIns="68580" tIns="34290" rIns="68580" bIns="34290" rtlCol="0" anchor="ctr">
            <a:noAutofit/>
          </a:bodyPr>
          <a:lstStyle/>
          <a:p>
            <a:pPr lvl="0" algn="r"/>
            <a:r>
              <a:rPr lang="en-US" sz="6000" dirty="0">
                <a:solidFill>
                  <a:schemeClr val="tx1"/>
                </a:solidFill>
                <a:effectLst/>
              </a:rPr>
              <a:t>”</a:t>
            </a:r>
          </a:p>
        </p:txBody>
      </p:sp>
      <p:cxnSp>
        <p:nvCxnSpPr>
          <p:cNvPr id="26" name="Straight Connector 25"/>
          <p:cNvCxnSpPr/>
          <p:nvPr/>
        </p:nvCxnSpPr>
        <p:spPr>
          <a:xfrm>
            <a:off x="1047127" y="257175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6002986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971551" y="736599"/>
            <a:ext cx="7207250" cy="1682751"/>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971551" y="2722626"/>
            <a:ext cx="7207251" cy="630936"/>
          </a:xfrm>
        </p:spPr>
        <p:txBody>
          <a:bodyPr anchor="b">
            <a:normAutofit/>
          </a:bodyPr>
          <a:lstStyle>
            <a:lvl1pPr marL="0" indent="0" algn="l">
              <a:spcBef>
                <a:spcPts val="0"/>
              </a:spcBef>
              <a:buNone/>
              <a:defRPr sz="21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971550" y="3352800"/>
            <a:ext cx="7207253" cy="1054100"/>
          </a:xfrm>
        </p:spPr>
        <p:txBody>
          <a:bodyPr anchor="t">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defTabSz="914171"/>
            <a:fld id="{FD1176A7-B091-469C-82C8-89C693043C40}" type="datetimeFigureOut">
              <a:rPr lang="en-US" smtClean="0">
                <a:solidFill>
                  <a:prstClr val="black">
                    <a:tint val="75000"/>
                  </a:prstClr>
                </a:solidFill>
              </a:rPr>
              <a:pPr defTabSz="914171"/>
              <a:t>11/18/2024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914171"/>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914171"/>
            <a:fld id="{5939B1FA-81F2-4940-9AF3-5EAFB5D6669B}" type="slidenum">
              <a:rPr lang="en-US" smtClean="0">
                <a:solidFill>
                  <a:prstClr val="black">
                    <a:tint val="75000"/>
                  </a:prstClr>
                </a:solidFill>
              </a:rPr>
              <a:pPr defTabSz="914171"/>
              <a:t>‹#›</a:t>
            </a:fld>
            <a:endParaRPr lang="en-US">
              <a:solidFill>
                <a:prstClr val="black">
                  <a:tint val="75000"/>
                </a:prstClr>
              </a:solidFill>
            </a:endParaRPr>
          </a:p>
        </p:txBody>
      </p:sp>
      <p:cxnSp>
        <p:nvCxnSpPr>
          <p:cNvPr id="15" name="Straight Connector 14"/>
          <p:cNvCxnSpPr/>
          <p:nvPr/>
        </p:nvCxnSpPr>
        <p:spPr>
          <a:xfrm>
            <a:off x="1047127" y="257175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1839976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1F5E0D-8B06-4334-AF1A-20C12C430B60}" type="datetimeFigureOut">
              <a:rPr lang="en-IN" smtClean="0"/>
              <a:t>18-11-2024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defTabSz="914171"/>
            <a:fld id="{5939B1FA-81F2-4940-9AF3-5EAFB5D6669B}" type="slidenum">
              <a:rPr lang="en-US" smtClean="0">
                <a:solidFill>
                  <a:prstClr val="black">
                    <a:tint val="75000"/>
                  </a:prstClr>
                </a:solidFill>
              </a:rPr>
              <a:pPr defTabSz="914171"/>
              <a:t>‹#›</a:t>
            </a:fld>
            <a:endParaRPr lang="en-US">
              <a:solidFill>
                <a:prstClr val="black">
                  <a:tint val="75000"/>
                </a:prstClr>
              </a:solidFill>
            </a:endParaRPr>
          </a:p>
        </p:txBody>
      </p:sp>
      <p:cxnSp>
        <p:nvCxnSpPr>
          <p:cNvPr id="14" name="Straight Connector 13"/>
          <p:cNvCxnSpPr/>
          <p:nvPr/>
        </p:nvCxnSpPr>
        <p:spPr>
          <a:xfrm>
            <a:off x="1047127" y="181610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6097803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9518" y="736599"/>
            <a:ext cx="1418171" cy="36703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971549" y="736599"/>
            <a:ext cx="5574769" cy="36703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1F5E0D-8B06-4334-AF1A-20C12C430B60}" type="datetimeFigureOut">
              <a:rPr lang="en-IN" smtClean="0"/>
              <a:t>18-11-2024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defTabSz="914171"/>
            <a:fld id="{5939B1FA-81F2-4940-9AF3-5EAFB5D6669B}" type="slidenum">
              <a:rPr lang="en-US" smtClean="0">
                <a:solidFill>
                  <a:prstClr val="black">
                    <a:tint val="75000"/>
                  </a:prstClr>
                </a:solidFill>
              </a:rPr>
              <a:pPr defTabSz="914171"/>
              <a:t>‹#›</a:t>
            </a:fld>
            <a:endParaRPr lang="en-US">
              <a:solidFill>
                <a:prstClr val="black">
                  <a:tint val="75000"/>
                </a:prstClr>
              </a:solidFill>
            </a:endParaRPr>
          </a:p>
        </p:txBody>
      </p:sp>
      <p:cxnSp>
        <p:nvCxnSpPr>
          <p:cNvPr id="14" name="Straight Connector 13"/>
          <p:cNvCxnSpPr/>
          <p:nvPr/>
        </p:nvCxnSpPr>
        <p:spPr>
          <a:xfrm>
            <a:off x="6647918" y="742950"/>
            <a:ext cx="0" cy="36576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854805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4" name="Google Shape;104;p2"/>
          <p:cNvSpPr txBox="1">
            <a:spLocks noGrp="1"/>
          </p:cNvSpPr>
          <p:nvPr>
            <p:ph type="ctrTitle"/>
          </p:nvPr>
        </p:nvSpPr>
        <p:spPr>
          <a:xfrm>
            <a:off x="685800" y="1541675"/>
            <a:ext cx="5740200" cy="2060100"/>
          </a:xfrm>
          <a:prstGeom prst="rect">
            <a:avLst/>
          </a:prstGeom>
        </p:spPr>
        <p:txBody>
          <a:bodyPr spcFirstLastPara="1" wrap="square" lIns="0" tIns="0" rIns="0" bIns="0"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r>
              <a:rPr lang="en-US"/>
              <a:t>Click to edit Master title style</a:t>
            </a:r>
            <a:endParaRPr/>
          </a:p>
        </p:txBody>
      </p:sp>
    </p:spTree>
    <p:extLst>
      <p:ext uri="{BB962C8B-B14F-4D97-AF65-F5344CB8AC3E}">
        <p14:creationId xmlns:p14="http://schemas.microsoft.com/office/powerpoint/2010/main" val="98759952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321"/>
        <p:cNvGrpSpPr/>
        <p:nvPr/>
      </p:nvGrpSpPr>
      <p:grpSpPr>
        <a:xfrm>
          <a:off x="0" y="0"/>
          <a:ext cx="0" cy="0"/>
          <a:chOff x="0" y="0"/>
          <a:chExt cx="0" cy="0"/>
        </a:xfrm>
      </p:grpSpPr>
      <p:sp>
        <p:nvSpPr>
          <p:cNvPr id="351" name="Google Shape;351;p7"/>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lvl1pPr lvl="0" rtl="0">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a:r>
              <a:rPr lang="en-US"/>
              <a:t>Click to edit Master title style</a:t>
            </a:r>
            <a:endParaRPr/>
          </a:p>
        </p:txBody>
      </p:sp>
      <p:sp>
        <p:nvSpPr>
          <p:cNvPr id="352" name="Google Shape;352;p7"/>
          <p:cNvSpPr txBox="1">
            <a:spLocks noGrp="1"/>
          </p:cNvSpPr>
          <p:nvPr>
            <p:ph type="body" idx="1"/>
          </p:nvPr>
        </p:nvSpPr>
        <p:spPr>
          <a:xfrm>
            <a:off x="1172650" y="1599700"/>
            <a:ext cx="3447300" cy="2890200"/>
          </a:xfrm>
          <a:prstGeom prst="rect">
            <a:avLst/>
          </a:prstGeom>
        </p:spPr>
        <p:txBody>
          <a:bodyPr spcFirstLastPara="1" wrap="square" lIns="0" tIns="0" rIns="0" bIns="0" anchor="t" anchorCtr="0">
            <a:noAutofit/>
          </a:bodyPr>
          <a:lstStyle>
            <a:lvl1pPr marL="457200" lvl="0" indent="-355600" rtl="0">
              <a:spcBef>
                <a:spcPts val="600"/>
              </a:spcBef>
              <a:spcAft>
                <a:spcPts val="0"/>
              </a:spcAft>
              <a:buSzPts val="2000"/>
              <a:buChar char="▪"/>
              <a:defRPr sz="2000"/>
            </a:lvl1pPr>
            <a:lvl2pPr marL="914400" lvl="1" indent="-355600" rtl="0">
              <a:spcBef>
                <a:spcPts val="0"/>
              </a:spcBef>
              <a:spcAft>
                <a:spcPts val="0"/>
              </a:spcAft>
              <a:buSzPts val="2000"/>
              <a:buChar char="▫"/>
              <a:defRPr sz="2000"/>
            </a:lvl2pPr>
            <a:lvl3pPr marL="1371600" lvl="2" indent="-355600" rtl="0">
              <a:spcBef>
                <a:spcPts val="0"/>
              </a:spcBef>
              <a:spcAft>
                <a:spcPts val="0"/>
              </a:spcAft>
              <a:buSzPts val="2000"/>
              <a:buChar char="▫"/>
              <a:defRPr sz="2000"/>
            </a:lvl3pPr>
            <a:lvl4pPr marL="1828800" lvl="3" indent="-355600" rtl="0">
              <a:spcBef>
                <a:spcPts val="0"/>
              </a:spcBef>
              <a:spcAft>
                <a:spcPts val="0"/>
              </a:spcAft>
              <a:buSzPts val="2000"/>
              <a:buChar char="▫"/>
              <a:defRPr sz="2000"/>
            </a:lvl4pPr>
            <a:lvl5pPr marL="2286000" lvl="4" indent="-355600" rtl="0">
              <a:spcBef>
                <a:spcPts val="0"/>
              </a:spcBef>
              <a:spcAft>
                <a:spcPts val="0"/>
              </a:spcAft>
              <a:buSzPts val="2000"/>
              <a:buChar char="▫"/>
              <a:defRPr sz="2000"/>
            </a:lvl5pPr>
            <a:lvl6pPr marL="2743200" lvl="5" indent="-355600" rtl="0">
              <a:spcBef>
                <a:spcPts val="0"/>
              </a:spcBef>
              <a:spcAft>
                <a:spcPts val="0"/>
              </a:spcAft>
              <a:buSzPts val="2000"/>
              <a:buChar char="▫"/>
              <a:defRPr sz="2000"/>
            </a:lvl6pPr>
            <a:lvl7pPr marL="3200400" lvl="6" indent="-355600" rtl="0">
              <a:spcBef>
                <a:spcPts val="0"/>
              </a:spcBef>
              <a:spcAft>
                <a:spcPts val="0"/>
              </a:spcAft>
              <a:buSzPts val="2000"/>
              <a:buChar char="▫"/>
              <a:defRPr sz="2000"/>
            </a:lvl7pPr>
            <a:lvl8pPr marL="3657600" lvl="7" indent="-355600" rtl="0">
              <a:spcBef>
                <a:spcPts val="0"/>
              </a:spcBef>
              <a:spcAft>
                <a:spcPts val="0"/>
              </a:spcAft>
              <a:buSzPts val="2000"/>
              <a:buChar char="▫"/>
              <a:defRPr sz="2000"/>
            </a:lvl8pPr>
            <a:lvl9pPr marL="4114800" lvl="8" indent="-355600" rtl="0">
              <a:spcBef>
                <a:spcPts val="0"/>
              </a:spcBef>
              <a:spcAft>
                <a:spcPts val="0"/>
              </a:spcAft>
              <a:buSzPts val="2000"/>
              <a:buChar char="▫"/>
              <a:defRPr sz="2000"/>
            </a:lvl9pPr>
          </a:lstStyle>
          <a:p>
            <a:pPr lvl="0"/>
            <a:r>
              <a:rPr lang="en-US"/>
              <a:t>Click to edit Master text styles</a:t>
            </a:r>
          </a:p>
        </p:txBody>
      </p:sp>
      <p:sp>
        <p:nvSpPr>
          <p:cNvPr id="353" name="Google Shape;353;p7"/>
          <p:cNvSpPr txBox="1">
            <a:spLocks noGrp="1"/>
          </p:cNvSpPr>
          <p:nvPr>
            <p:ph type="body" idx="2"/>
          </p:nvPr>
        </p:nvSpPr>
        <p:spPr>
          <a:xfrm>
            <a:off x="5056888" y="1599700"/>
            <a:ext cx="3447300" cy="2890200"/>
          </a:xfrm>
          <a:prstGeom prst="rect">
            <a:avLst/>
          </a:prstGeom>
        </p:spPr>
        <p:txBody>
          <a:bodyPr spcFirstLastPara="1" wrap="square" lIns="0" tIns="0" rIns="0" bIns="0" anchor="t" anchorCtr="0">
            <a:noAutofit/>
          </a:bodyPr>
          <a:lstStyle>
            <a:lvl1pPr marL="457200" lvl="0" indent="-355600" rtl="0">
              <a:spcBef>
                <a:spcPts val="600"/>
              </a:spcBef>
              <a:spcAft>
                <a:spcPts val="0"/>
              </a:spcAft>
              <a:buSzPts val="2000"/>
              <a:buChar char="▪"/>
              <a:defRPr sz="2000"/>
            </a:lvl1pPr>
            <a:lvl2pPr marL="914400" lvl="1" indent="-355600" rtl="0">
              <a:spcBef>
                <a:spcPts val="0"/>
              </a:spcBef>
              <a:spcAft>
                <a:spcPts val="0"/>
              </a:spcAft>
              <a:buSzPts val="2000"/>
              <a:buChar char="▫"/>
              <a:defRPr sz="2000"/>
            </a:lvl2pPr>
            <a:lvl3pPr marL="1371600" lvl="2" indent="-355600" rtl="0">
              <a:spcBef>
                <a:spcPts val="0"/>
              </a:spcBef>
              <a:spcAft>
                <a:spcPts val="0"/>
              </a:spcAft>
              <a:buSzPts val="2000"/>
              <a:buChar char="▫"/>
              <a:defRPr sz="2000"/>
            </a:lvl3pPr>
            <a:lvl4pPr marL="1828800" lvl="3" indent="-355600" rtl="0">
              <a:spcBef>
                <a:spcPts val="0"/>
              </a:spcBef>
              <a:spcAft>
                <a:spcPts val="0"/>
              </a:spcAft>
              <a:buSzPts val="2000"/>
              <a:buChar char="▫"/>
              <a:defRPr sz="2000"/>
            </a:lvl4pPr>
            <a:lvl5pPr marL="2286000" lvl="4" indent="-355600" rtl="0">
              <a:spcBef>
                <a:spcPts val="0"/>
              </a:spcBef>
              <a:spcAft>
                <a:spcPts val="0"/>
              </a:spcAft>
              <a:buSzPts val="2000"/>
              <a:buChar char="▫"/>
              <a:defRPr sz="2000"/>
            </a:lvl5pPr>
            <a:lvl6pPr marL="2743200" lvl="5" indent="-355600" rtl="0">
              <a:spcBef>
                <a:spcPts val="0"/>
              </a:spcBef>
              <a:spcAft>
                <a:spcPts val="0"/>
              </a:spcAft>
              <a:buSzPts val="2000"/>
              <a:buChar char="▫"/>
              <a:defRPr sz="2000"/>
            </a:lvl6pPr>
            <a:lvl7pPr marL="3200400" lvl="6" indent="-355600" rtl="0">
              <a:spcBef>
                <a:spcPts val="0"/>
              </a:spcBef>
              <a:spcAft>
                <a:spcPts val="0"/>
              </a:spcAft>
              <a:buSzPts val="2000"/>
              <a:buChar char="▫"/>
              <a:defRPr sz="2000"/>
            </a:lvl7pPr>
            <a:lvl8pPr marL="3657600" lvl="7" indent="-355600" rtl="0">
              <a:spcBef>
                <a:spcPts val="0"/>
              </a:spcBef>
              <a:spcAft>
                <a:spcPts val="0"/>
              </a:spcAft>
              <a:buSzPts val="2000"/>
              <a:buChar char="▫"/>
              <a:defRPr sz="2000"/>
            </a:lvl8pPr>
            <a:lvl9pPr marL="4114800" lvl="8" indent="-355600" rtl="0">
              <a:spcBef>
                <a:spcPts val="0"/>
              </a:spcBef>
              <a:spcAft>
                <a:spcPts val="0"/>
              </a:spcAft>
              <a:buSzPts val="2000"/>
              <a:buChar char="▫"/>
              <a:defRPr sz="2000"/>
            </a:lvl9pPr>
          </a:lstStyle>
          <a:p>
            <a:pPr lvl="0"/>
            <a:r>
              <a:rPr lang="en-US"/>
              <a:t>Click to edit Master text styles</a:t>
            </a:r>
          </a:p>
        </p:txBody>
      </p:sp>
      <p:sp>
        <p:nvSpPr>
          <p:cNvPr id="354" name="Google Shape;354;p7"/>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66746225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256"/>
        <p:cNvGrpSpPr/>
        <p:nvPr/>
      </p:nvGrpSpPr>
      <p:grpSpPr>
        <a:xfrm>
          <a:off x="0" y="0"/>
          <a:ext cx="0" cy="0"/>
          <a:chOff x="0" y="0"/>
          <a:chExt cx="0" cy="0"/>
        </a:xfrm>
      </p:grpSpPr>
      <p:sp>
        <p:nvSpPr>
          <p:cNvPr id="286" name="Google Shape;286;p5"/>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lvl1pPr lvl="0" rtl="0">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a:r>
              <a:rPr lang="en-US"/>
              <a:t>Click to edit Master title style</a:t>
            </a:r>
            <a:endParaRPr/>
          </a:p>
        </p:txBody>
      </p:sp>
      <p:sp>
        <p:nvSpPr>
          <p:cNvPr id="287" name="Google Shape;287;p5"/>
          <p:cNvSpPr txBox="1">
            <a:spLocks noGrp="1"/>
          </p:cNvSpPr>
          <p:nvPr>
            <p:ph type="body" idx="1"/>
          </p:nvPr>
        </p:nvSpPr>
        <p:spPr>
          <a:xfrm>
            <a:off x="1199775" y="1599700"/>
            <a:ext cx="6650700" cy="2886000"/>
          </a:xfrm>
          <a:prstGeom prst="rect">
            <a:avLst/>
          </a:prstGeom>
        </p:spPr>
        <p:txBody>
          <a:bodyPr spcFirstLastPara="1" wrap="square" lIns="0" tIns="0" rIns="0" bIns="0" anchor="t" anchorCtr="0">
            <a:noAutofit/>
          </a:bodyPr>
          <a:lstStyle>
            <a:lvl1pPr marL="457200" lvl="0" indent="-381000" rtl="0">
              <a:spcBef>
                <a:spcPts val="600"/>
              </a:spcBef>
              <a:spcAft>
                <a:spcPts val="0"/>
              </a:spcAft>
              <a:buSzPts val="2400"/>
              <a:buChar char="▪"/>
              <a:defRPr/>
            </a:lvl1pPr>
            <a:lvl2pPr marL="914400" lvl="1" indent="-381000" rtl="0">
              <a:spcBef>
                <a:spcPts val="0"/>
              </a:spcBef>
              <a:spcAft>
                <a:spcPts val="0"/>
              </a:spcAft>
              <a:buSzPts val="2400"/>
              <a:buChar char="▫"/>
              <a:defRPr/>
            </a:lvl2pPr>
            <a:lvl3pPr marL="1371600" lvl="2" indent="-381000" rtl="0">
              <a:spcBef>
                <a:spcPts val="0"/>
              </a:spcBef>
              <a:spcAft>
                <a:spcPts val="0"/>
              </a:spcAft>
              <a:buSzPts val="2400"/>
              <a:buChar char="▫"/>
              <a:defRPr/>
            </a:lvl3pPr>
            <a:lvl4pPr marL="1828800" lvl="3" indent="-381000" rtl="0">
              <a:spcBef>
                <a:spcPts val="0"/>
              </a:spcBef>
              <a:spcAft>
                <a:spcPts val="0"/>
              </a:spcAft>
              <a:buSzPts val="2400"/>
              <a:buChar char="▫"/>
              <a:defRPr/>
            </a:lvl4pPr>
            <a:lvl5pPr marL="2286000" lvl="4" indent="-381000" rtl="0">
              <a:spcBef>
                <a:spcPts val="0"/>
              </a:spcBef>
              <a:spcAft>
                <a:spcPts val="0"/>
              </a:spcAft>
              <a:buSzPts val="2400"/>
              <a:buChar char="▫"/>
              <a:defRPr/>
            </a:lvl5pPr>
            <a:lvl6pPr marL="2743200" lvl="5" indent="-381000" rtl="0">
              <a:spcBef>
                <a:spcPts val="0"/>
              </a:spcBef>
              <a:spcAft>
                <a:spcPts val="0"/>
              </a:spcAft>
              <a:buSzPts val="2400"/>
              <a:buChar char="▫"/>
              <a:defRPr/>
            </a:lvl6pPr>
            <a:lvl7pPr marL="3200400" lvl="6" indent="-381000" rtl="0">
              <a:spcBef>
                <a:spcPts val="0"/>
              </a:spcBef>
              <a:spcAft>
                <a:spcPts val="0"/>
              </a:spcAft>
              <a:buSzPts val="2400"/>
              <a:buChar char="▫"/>
              <a:defRPr/>
            </a:lvl7pPr>
            <a:lvl8pPr marL="3657600" lvl="7" indent="-381000" rtl="0">
              <a:spcBef>
                <a:spcPts val="0"/>
              </a:spcBef>
              <a:spcAft>
                <a:spcPts val="0"/>
              </a:spcAft>
              <a:buSzPts val="2400"/>
              <a:buChar char="▫"/>
              <a:defRPr/>
            </a:lvl8pPr>
            <a:lvl9pPr marL="4114800" lvl="8" indent="-381000" rtl="0">
              <a:spcBef>
                <a:spcPts val="0"/>
              </a:spcBef>
              <a:spcAft>
                <a:spcPts val="0"/>
              </a:spcAft>
              <a:buSzPts val="2400"/>
              <a:buChar char="▫"/>
              <a:defRPr/>
            </a:lvl9pPr>
          </a:lstStyle>
          <a:p>
            <a:pPr lvl="0"/>
            <a:r>
              <a:rPr lang="en-US"/>
              <a:t>Click to edit Master text styles</a:t>
            </a:r>
          </a:p>
        </p:txBody>
      </p:sp>
      <p:sp>
        <p:nvSpPr>
          <p:cNvPr id="288" name="Google Shape;288;p5"/>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077775323"/>
      </p:ext>
    </p:extLst>
  </p:cSld>
  <p:clrMapOvr>
    <a:masterClrMapping/>
  </p:clrMapOvr>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Blank variant 2">
  <p:cSld name="Blank variant 2">
    <p:spTree>
      <p:nvGrpSpPr>
        <p:cNvPr id="1" name="Shape 483"/>
        <p:cNvGrpSpPr/>
        <p:nvPr/>
      </p:nvGrpSpPr>
      <p:grpSpPr>
        <a:xfrm>
          <a:off x="0" y="0"/>
          <a:ext cx="0" cy="0"/>
          <a:chOff x="0" y="0"/>
          <a:chExt cx="0" cy="0"/>
        </a:xfrm>
      </p:grpSpPr>
      <p:sp>
        <p:nvSpPr>
          <p:cNvPr id="511" name="Google Shape;511;p12"/>
          <p:cNvSpPr txBox="1">
            <a:spLocks noGrp="1"/>
          </p:cNvSpPr>
          <p:nvPr>
            <p:ph type="sldNum" idx="12"/>
          </p:nvPr>
        </p:nvSpPr>
        <p:spPr>
          <a:xfrm>
            <a:off x="8490504" y="4489800"/>
            <a:ext cx="653700" cy="653700"/>
          </a:xfrm>
          <a:prstGeom prst="rect">
            <a:avLst/>
          </a:prstGeom>
        </p:spPr>
        <p:txBody>
          <a:bodyPr spcFirstLastPara="1" wrap="square" lIns="0" tIns="0" rIns="0" bIns="0" anchor="ctr" anchorCtr="0">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70895716"/>
      </p:ext>
    </p:extLst>
  </p:cSld>
  <p:clrMapOvr>
    <a:masterClrMapping/>
  </p:clrMapOvr>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 3 columns">
  <p:cSld name="Title + 3 columns">
    <p:spTree>
      <p:nvGrpSpPr>
        <p:cNvPr id="1" name="Shape 355"/>
        <p:cNvGrpSpPr/>
        <p:nvPr/>
      </p:nvGrpSpPr>
      <p:grpSpPr>
        <a:xfrm>
          <a:off x="0" y="0"/>
          <a:ext cx="0" cy="0"/>
          <a:chOff x="0" y="0"/>
          <a:chExt cx="0" cy="0"/>
        </a:xfrm>
      </p:grpSpPr>
      <p:sp>
        <p:nvSpPr>
          <p:cNvPr id="385" name="Google Shape;385;p8"/>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lvl1pPr lvl="0" rtl="0">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a:r>
              <a:rPr lang="en-US"/>
              <a:t>Click to edit Master title style</a:t>
            </a:r>
            <a:endParaRPr/>
          </a:p>
        </p:txBody>
      </p:sp>
      <p:sp>
        <p:nvSpPr>
          <p:cNvPr id="386" name="Google Shape;386;p8"/>
          <p:cNvSpPr txBox="1">
            <a:spLocks noGrp="1"/>
          </p:cNvSpPr>
          <p:nvPr>
            <p:ph type="body" idx="1"/>
          </p:nvPr>
        </p:nvSpPr>
        <p:spPr>
          <a:xfrm>
            <a:off x="1165875" y="1599700"/>
            <a:ext cx="2257200" cy="2890200"/>
          </a:xfrm>
          <a:prstGeom prst="rect">
            <a:avLst/>
          </a:prstGeom>
        </p:spPr>
        <p:txBody>
          <a:bodyPr spcFirstLastPara="1" wrap="square" lIns="0" tIns="0" rIns="0" bIns="0" anchor="t" anchorCtr="0">
            <a:noAutofit/>
          </a:bodyPr>
          <a:lstStyle>
            <a:lvl1pPr marL="457200" lvl="0" indent="-342900" rtl="0">
              <a:spcBef>
                <a:spcPts val="600"/>
              </a:spcBef>
              <a:spcAft>
                <a:spcPts val="0"/>
              </a:spcAft>
              <a:buSzPts val="1800"/>
              <a:buChar char="▪"/>
              <a:defRPr sz="1800"/>
            </a:lvl1pPr>
            <a:lvl2pPr marL="914400" lvl="1" indent="-342900" rtl="0">
              <a:spcBef>
                <a:spcPts val="0"/>
              </a:spcBef>
              <a:spcAft>
                <a:spcPts val="0"/>
              </a:spcAft>
              <a:buSzPts val="1800"/>
              <a:buChar char="▫"/>
              <a:defRPr sz="1800"/>
            </a:lvl2pPr>
            <a:lvl3pPr marL="1371600" lvl="2" indent="-342900" rtl="0">
              <a:spcBef>
                <a:spcPts val="0"/>
              </a:spcBef>
              <a:spcAft>
                <a:spcPts val="0"/>
              </a:spcAft>
              <a:buSzPts val="1800"/>
              <a:buChar char="▫"/>
              <a:defRPr sz="1800"/>
            </a:lvl3pPr>
            <a:lvl4pPr marL="1828800" lvl="3" indent="-342900" rtl="0">
              <a:spcBef>
                <a:spcPts val="0"/>
              </a:spcBef>
              <a:spcAft>
                <a:spcPts val="0"/>
              </a:spcAft>
              <a:buSzPts val="1800"/>
              <a:buChar char="▫"/>
              <a:defRPr sz="1800"/>
            </a:lvl4pPr>
            <a:lvl5pPr marL="2286000" lvl="4" indent="-342900" rtl="0">
              <a:spcBef>
                <a:spcPts val="0"/>
              </a:spcBef>
              <a:spcAft>
                <a:spcPts val="0"/>
              </a:spcAft>
              <a:buSzPts val="1800"/>
              <a:buChar char="▫"/>
              <a:defRPr sz="1800"/>
            </a:lvl5pPr>
            <a:lvl6pPr marL="2743200" lvl="5" indent="-342900" rtl="0">
              <a:spcBef>
                <a:spcPts val="0"/>
              </a:spcBef>
              <a:spcAft>
                <a:spcPts val="0"/>
              </a:spcAft>
              <a:buSzPts val="1800"/>
              <a:buChar char="▫"/>
              <a:defRPr sz="1800"/>
            </a:lvl6pPr>
            <a:lvl7pPr marL="3200400" lvl="6" indent="-342900" rtl="0">
              <a:spcBef>
                <a:spcPts val="0"/>
              </a:spcBef>
              <a:spcAft>
                <a:spcPts val="0"/>
              </a:spcAft>
              <a:buSzPts val="1800"/>
              <a:buChar char="▫"/>
              <a:defRPr sz="1800"/>
            </a:lvl7pPr>
            <a:lvl8pPr marL="3657600" lvl="7" indent="-342900" rtl="0">
              <a:spcBef>
                <a:spcPts val="0"/>
              </a:spcBef>
              <a:spcAft>
                <a:spcPts val="0"/>
              </a:spcAft>
              <a:buSzPts val="1800"/>
              <a:buChar char="▫"/>
              <a:defRPr sz="1800"/>
            </a:lvl8pPr>
            <a:lvl9pPr marL="4114800" lvl="8" indent="-342900" rtl="0">
              <a:spcBef>
                <a:spcPts val="0"/>
              </a:spcBef>
              <a:spcAft>
                <a:spcPts val="0"/>
              </a:spcAft>
              <a:buSzPts val="1800"/>
              <a:buChar char="▫"/>
              <a:defRPr sz="1800"/>
            </a:lvl9pPr>
          </a:lstStyle>
          <a:p>
            <a:pPr lvl="0"/>
            <a:r>
              <a:rPr lang="en-US"/>
              <a:t>Click to edit Master text styles</a:t>
            </a:r>
          </a:p>
        </p:txBody>
      </p:sp>
      <p:sp>
        <p:nvSpPr>
          <p:cNvPr id="387" name="Google Shape;387;p8"/>
          <p:cNvSpPr txBox="1">
            <a:spLocks noGrp="1"/>
          </p:cNvSpPr>
          <p:nvPr>
            <p:ph type="body" idx="2"/>
          </p:nvPr>
        </p:nvSpPr>
        <p:spPr>
          <a:xfrm>
            <a:off x="3706438" y="1599700"/>
            <a:ext cx="2257200" cy="2890200"/>
          </a:xfrm>
          <a:prstGeom prst="rect">
            <a:avLst/>
          </a:prstGeom>
        </p:spPr>
        <p:txBody>
          <a:bodyPr spcFirstLastPara="1" wrap="square" lIns="0" tIns="0" rIns="0" bIns="0" anchor="t" anchorCtr="0">
            <a:noAutofit/>
          </a:bodyPr>
          <a:lstStyle>
            <a:lvl1pPr marL="457200" lvl="0" indent="-342900" rtl="0">
              <a:spcBef>
                <a:spcPts val="600"/>
              </a:spcBef>
              <a:spcAft>
                <a:spcPts val="0"/>
              </a:spcAft>
              <a:buSzPts val="1800"/>
              <a:buChar char="▪"/>
              <a:defRPr sz="1800"/>
            </a:lvl1pPr>
            <a:lvl2pPr marL="914400" lvl="1" indent="-342900" rtl="0">
              <a:spcBef>
                <a:spcPts val="0"/>
              </a:spcBef>
              <a:spcAft>
                <a:spcPts val="0"/>
              </a:spcAft>
              <a:buSzPts val="1800"/>
              <a:buChar char="▫"/>
              <a:defRPr sz="1800"/>
            </a:lvl2pPr>
            <a:lvl3pPr marL="1371600" lvl="2" indent="-342900" rtl="0">
              <a:spcBef>
                <a:spcPts val="0"/>
              </a:spcBef>
              <a:spcAft>
                <a:spcPts val="0"/>
              </a:spcAft>
              <a:buSzPts val="1800"/>
              <a:buChar char="▫"/>
              <a:defRPr sz="1800"/>
            </a:lvl3pPr>
            <a:lvl4pPr marL="1828800" lvl="3" indent="-342900" rtl="0">
              <a:spcBef>
                <a:spcPts val="0"/>
              </a:spcBef>
              <a:spcAft>
                <a:spcPts val="0"/>
              </a:spcAft>
              <a:buSzPts val="1800"/>
              <a:buChar char="▫"/>
              <a:defRPr sz="1800"/>
            </a:lvl4pPr>
            <a:lvl5pPr marL="2286000" lvl="4" indent="-342900" rtl="0">
              <a:spcBef>
                <a:spcPts val="0"/>
              </a:spcBef>
              <a:spcAft>
                <a:spcPts val="0"/>
              </a:spcAft>
              <a:buSzPts val="1800"/>
              <a:buChar char="▫"/>
              <a:defRPr sz="1800"/>
            </a:lvl5pPr>
            <a:lvl6pPr marL="2743200" lvl="5" indent="-342900" rtl="0">
              <a:spcBef>
                <a:spcPts val="0"/>
              </a:spcBef>
              <a:spcAft>
                <a:spcPts val="0"/>
              </a:spcAft>
              <a:buSzPts val="1800"/>
              <a:buChar char="▫"/>
              <a:defRPr sz="1800"/>
            </a:lvl6pPr>
            <a:lvl7pPr marL="3200400" lvl="6" indent="-342900" rtl="0">
              <a:spcBef>
                <a:spcPts val="0"/>
              </a:spcBef>
              <a:spcAft>
                <a:spcPts val="0"/>
              </a:spcAft>
              <a:buSzPts val="1800"/>
              <a:buChar char="▫"/>
              <a:defRPr sz="1800"/>
            </a:lvl7pPr>
            <a:lvl8pPr marL="3657600" lvl="7" indent="-342900" rtl="0">
              <a:spcBef>
                <a:spcPts val="0"/>
              </a:spcBef>
              <a:spcAft>
                <a:spcPts val="0"/>
              </a:spcAft>
              <a:buSzPts val="1800"/>
              <a:buChar char="▫"/>
              <a:defRPr sz="1800"/>
            </a:lvl8pPr>
            <a:lvl9pPr marL="4114800" lvl="8" indent="-342900" rtl="0">
              <a:spcBef>
                <a:spcPts val="0"/>
              </a:spcBef>
              <a:spcAft>
                <a:spcPts val="0"/>
              </a:spcAft>
              <a:buSzPts val="1800"/>
              <a:buChar char="▫"/>
              <a:defRPr sz="1800"/>
            </a:lvl9pPr>
          </a:lstStyle>
          <a:p>
            <a:pPr lvl="0"/>
            <a:r>
              <a:rPr lang="en-US"/>
              <a:t>Click to edit Master text styles</a:t>
            </a:r>
          </a:p>
        </p:txBody>
      </p:sp>
      <p:sp>
        <p:nvSpPr>
          <p:cNvPr id="388" name="Google Shape;388;p8"/>
          <p:cNvSpPr txBox="1">
            <a:spLocks noGrp="1"/>
          </p:cNvSpPr>
          <p:nvPr>
            <p:ph type="body" idx="3"/>
          </p:nvPr>
        </p:nvSpPr>
        <p:spPr>
          <a:xfrm>
            <a:off x="6247001" y="1599700"/>
            <a:ext cx="2257200" cy="2890200"/>
          </a:xfrm>
          <a:prstGeom prst="rect">
            <a:avLst/>
          </a:prstGeom>
        </p:spPr>
        <p:txBody>
          <a:bodyPr spcFirstLastPara="1" wrap="square" lIns="0" tIns="0" rIns="0" bIns="0" anchor="t" anchorCtr="0">
            <a:noAutofit/>
          </a:bodyPr>
          <a:lstStyle>
            <a:lvl1pPr marL="457200" lvl="0" indent="-342900" rtl="0">
              <a:spcBef>
                <a:spcPts val="600"/>
              </a:spcBef>
              <a:spcAft>
                <a:spcPts val="0"/>
              </a:spcAft>
              <a:buSzPts val="1800"/>
              <a:buChar char="▪"/>
              <a:defRPr sz="1800"/>
            </a:lvl1pPr>
            <a:lvl2pPr marL="914400" lvl="1" indent="-342900" rtl="0">
              <a:spcBef>
                <a:spcPts val="0"/>
              </a:spcBef>
              <a:spcAft>
                <a:spcPts val="0"/>
              </a:spcAft>
              <a:buSzPts val="1800"/>
              <a:buChar char="▫"/>
              <a:defRPr sz="1800"/>
            </a:lvl2pPr>
            <a:lvl3pPr marL="1371600" lvl="2" indent="-342900" rtl="0">
              <a:spcBef>
                <a:spcPts val="0"/>
              </a:spcBef>
              <a:spcAft>
                <a:spcPts val="0"/>
              </a:spcAft>
              <a:buSzPts val="1800"/>
              <a:buChar char="▫"/>
              <a:defRPr sz="1800"/>
            </a:lvl3pPr>
            <a:lvl4pPr marL="1828800" lvl="3" indent="-342900" rtl="0">
              <a:spcBef>
                <a:spcPts val="0"/>
              </a:spcBef>
              <a:spcAft>
                <a:spcPts val="0"/>
              </a:spcAft>
              <a:buSzPts val="1800"/>
              <a:buChar char="▫"/>
              <a:defRPr sz="1800"/>
            </a:lvl4pPr>
            <a:lvl5pPr marL="2286000" lvl="4" indent="-342900" rtl="0">
              <a:spcBef>
                <a:spcPts val="0"/>
              </a:spcBef>
              <a:spcAft>
                <a:spcPts val="0"/>
              </a:spcAft>
              <a:buSzPts val="1800"/>
              <a:buChar char="▫"/>
              <a:defRPr sz="1800"/>
            </a:lvl5pPr>
            <a:lvl6pPr marL="2743200" lvl="5" indent="-342900" rtl="0">
              <a:spcBef>
                <a:spcPts val="0"/>
              </a:spcBef>
              <a:spcAft>
                <a:spcPts val="0"/>
              </a:spcAft>
              <a:buSzPts val="1800"/>
              <a:buChar char="▫"/>
              <a:defRPr sz="1800"/>
            </a:lvl6pPr>
            <a:lvl7pPr marL="3200400" lvl="6" indent="-342900" rtl="0">
              <a:spcBef>
                <a:spcPts val="0"/>
              </a:spcBef>
              <a:spcAft>
                <a:spcPts val="0"/>
              </a:spcAft>
              <a:buSzPts val="1800"/>
              <a:buChar char="▫"/>
              <a:defRPr sz="1800"/>
            </a:lvl7pPr>
            <a:lvl8pPr marL="3657600" lvl="7" indent="-342900" rtl="0">
              <a:spcBef>
                <a:spcPts val="0"/>
              </a:spcBef>
              <a:spcAft>
                <a:spcPts val="0"/>
              </a:spcAft>
              <a:buSzPts val="1800"/>
              <a:buChar char="▫"/>
              <a:defRPr sz="1800"/>
            </a:lvl8pPr>
            <a:lvl9pPr marL="4114800" lvl="8" indent="-342900" rtl="0">
              <a:spcBef>
                <a:spcPts val="0"/>
              </a:spcBef>
              <a:spcAft>
                <a:spcPts val="0"/>
              </a:spcAft>
              <a:buSzPts val="1800"/>
              <a:buChar char="▫"/>
              <a:defRPr sz="1800"/>
            </a:lvl9pPr>
          </a:lstStyle>
          <a:p>
            <a:pPr lvl="0"/>
            <a:r>
              <a:rPr lang="en-US"/>
              <a:t>Click to edit Master text styles</a:t>
            </a:r>
          </a:p>
        </p:txBody>
      </p:sp>
      <p:sp>
        <p:nvSpPr>
          <p:cNvPr id="389" name="Google Shape;389;p8"/>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1338568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slideLayout" Target="../slideLayouts/slideLayout35.xml"/><Relationship Id="rId3" Type="http://schemas.openxmlformats.org/officeDocument/2006/relationships/slideLayout" Target="../slideLayouts/slideLayout20.xml"/><Relationship Id="rId21" Type="http://schemas.openxmlformats.org/officeDocument/2006/relationships/slideLayout" Target="../slideLayouts/slideLayout38.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5" Type="http://schemas.openxmlformats.org/officeDocument/2006/relationships/image" Target="../media/image4.png"/><Relationship Id="rId2" Type="http://schemas.openxmlformats.org/officeDocument/2006/relationships/slideLayout" Target="../slideLayouts/slideLayout19.xml"/><Relationship Id="rId16" Type="http://schemas.openxmlformats.org/officeDocument/2006/relationships/slideLayout" Target="../slideLayouts/slideLayout33.xml"/><Relationship Id="rId20" Type="http://schemas.openxmlformats.org/officeDocument/2006/relationships/slideLayout" Target="../slideLayouts/slideLayout37.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24" Type="http://schemas.openxmlformats.org/officeDocument/2006/relationships/image" Target="../media/image3.png"/><Relationship Id="rId5" Type="http://schemas.openxmlformats.org/officeDocument/2006/relationships/slideLayout" Target="../slideLayouts/slideLayout22.xml"/><Relationship Id="rId15" Type="http://schemas.openxmlformats.org/officeDocument/2006/relationships/slideLayout" Target="../slideLayouts/slideLayout32.xml"/><Relationship Id="rId23" Type="http://schemas.openxmlformats.org/officeDocument/2006/relationships/theme" Target="../theme/theme2.xml"/><Relationship Id="rId10" Type="http://schemas.openxmlformats.org/officeDocument/2006/relationships/slideLayout" Target="../slideLayouts/slideLayout27.xml"/><Relationship Id="rId19" Type="http://schemas.openxmlformats.org/officeDocument/2006/relationships/slideLayout" Target="../slideLayouts/slideLayout36.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 Id="rId22"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100000">
              <a:srgbClr val="EEEEEE"/>
            </a:gs>
            <a:gs pos="67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81"/>
            <a:ext cx="8229601" cy="533311"/>
          </a:xfrm>
          <a:prstGeom prst="rect">
            <a:avLst/>
          </a:prstGeom>
        </p:spPr>
        <p:txBody>
          <a:bodyPr vert="horz" lIns="91436" tIns="45718" rIns="91436" bIns="45718" rtlCol="0" anchor="ctr">
            <a:normAutofit/>
          </a:bodyPr>
          <a:lstStyle/>
          <a:p>
            <a:r>
              <a:rPr lang="en-US"/>
              <a:t>Click to edit Master title style</a:t>
            </a:r>
          </a:p>
        </p:txBody>
      </p:sp>
      <p:sp>
        <p:nvSpPr>
          <p:cNvPr id="3" name="Text Placeholder 2"/>
          <p:cNvSpPr>
            <a:spLocks noGrp="1"/>
          </p:cNvSpPr>
          <p:nvPr>
            <p:ph type="body" idx="1"/>
          </p:nvPr>
        </p:nvSpPr>
        <p:spPr>
          <a:xfrm>
            <a:off x="457200" y="853820"/>
            <a:ext cx="8229601" cy="3740804"/>
          </a:xfrm>
          <a:prstGeom prst="rect">
            <a:avLst/>
          </a:prstGeom>
        </p:spPr>
        <p:txBody>
          <a:bodyPr vert="horz" lIns="91436" tIns="45718" rIns="91436" bIns="45718"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5"/>
            <a:ext cx="2133600" cy="273844"/>
          </a:xfrm>
          <a:prstGeom prst="rect">
            <a:avLst/>
          </a:prstGeom>
        </p:spPr>
        <p:txBody>
          <a:bodyPr vert="horz" lIns="91436" tIns="45718" rIns="91436" bIns="45718" rtlCol="0" anchor="ctr"/>
          <a:lstStyle>
            <a:lvl1pPr algn="l">
              <a:defRPr sz="1200">
                <a:solidFill>
                  <a:schemeClr val="tx1">
                    <a:tint val="75000"/>
                  </a:schemeClr>
                </a:solidFill>
              </a:defRPr>
            </a:lvl1pPr>
          </a:lstStyle>
          <a:p>
            <a:pPr defTabSz="914171"/>
            <a:fld id="{FD1176A7-B091-469C-82C8-89C693043C40}" type="datetimeFigureOut">
              <a:rPr lang="en-US" smtClean="0">
                <a:solidFill>
                  <a:prstClr val="black">
                    <a:tint val="75000"/>
                  </a:prstClr>
                </a:solidFill>
              </a:rPr>
              <a:pPr defTabSz="914171"/>
              <a:t>11/18/2024</a:t>
            </a:fld>
            <a:endParaRPr lang="en-US">
              <a:solidFill>
                <a:prstClr val="black">
                  <a:tint val="75000"/>
                </a:prstClr>
              </a:solidFill>
            </a:endParaRPr>
          </a:p>
        </p:txBody>
      </p:sp>
      <p:sp>
        <p:nvSpPr>
          <p:cNvPr id="5" name="Footer Placeholder 4"/>
          <p:cNvSpPr>
            <a:spLocks noGrp="1"/>
          </p:cNvSpPr>
          <p:nvPr>
            <p:ph type="ftr" sz="quarter" idx="3"/>
          </p:nvPr>
        </p:nvSpPr>
        <p:spPr>
          <a:xfrm>
            <a:off x="3124201" y="4767265"/>
            <a:ext cx="2895600" cy="273844"/>
          </a:xfrm>
          <a:prstGeom prst="rect">
            <a:avLst/>
          </a:prstGeom>
        </p:spPr>
        <p:txBody>
          <a:bodyPr vert="horz" lIns="91436" tIns="45718" rIns="91436" bIns="45718" rtlCol="0" anchor="ctr"/>
          <a:lstStyle>
            <a:lvl1pPr algn="ctr">
              <a:defRPr sz="1200">
                <a:solidFill>
                  <a:schemeClr val="tx1">
                    <a:tint val="75000"/>
                  </a:schemeClr>
                </a:solidFill>
              </a:defRPr>
            </a:lvl1pPr>
          </a:lstStyle>
          <a:p>
            <a:pPr defTabSz="914171"/>
            <a:endParaRPr lang="en-US">
              <a:solidFill>
                <a:prstClr val="black">
                  <a:tint val="75000"/>
                </a:prstClr>
              </a:solidFill>
            </a:endParaRPr>
          </a:p>
        </p:txBody>
      </p:sp>
      <p:sp>
        <p:nvSpPr>
          <p:cNvPr id="6" name="Slide Number Placeholder 5"/>
          <p:cNvSpPr>
            <a:spLocks noGrp="1"/>
          </p:cNvSpPr>
          <p:nvPr>
            <p:ph type="sldNum" sz="quarter" idx="4"/>
          </p:nvPr>
        </p:nvSpPr>
        <p:spPr>
          <a:xfrm>
            <a:off x="6553202" y="4767265"/>
            <a:ext cx="2133600" cy="273844"/>
          </a:xfrm>
          <a:prstGeom prst="rect">
            <a:avLst/>
          </a:prstGeom>
        </p:spPr>
        <p:txBody>
          <a:bodyPr vert="horz" lIns="91436" tIns="45718" rIns="91436" bIns="45718" rtlCol="0" anchor="ctr"/>
          <a:lstStyle>
            <a:lvl1pPr algn="r">
              <a:defRPr sz="1200">
                <a:solidFill>
                  <a:schemeClr val="tx1">
                    <a:tint val="75000"/>
                  </a:schemeClr>
                </a:solidFill>
              </a:defRPr>
            </a:lvl1pPr>
          </a:lstStyle>
          <a:p>
            <a:pPr defTabSz="914171"/>
            <a:fld id="{5939B1FA-81F2-4940-9AF3-5EAFB5D6669B}" type="slidenum">
              <a:rPr lang="en-US" smtClean="0">
                <a:solidFill>
                  <a:prstClr val="black">
                    <a:tint val="75000"/>
                  </a:prstClr>
                </a:solidFill>
              </a:rPr>
              <a:pPr defTabSz="914171"/>
              <a:t>‹#›</a:t>
            </a:fld>
            <a:endParaRPr lang="en-US">
              <a:solidFill>
                <a:prstClr val="black">
                  <a:tint val="75000"/>
                </a:prstClr>
              </a:solidFill>
            </a:endParaRPr>
          </a:p>
        </p:txBody>
      </p:sp>
    </p:spTree>
    <p:extLst>
      <p:ext uri="{BB962C8B-B14F-4D97-AF65-F5344CB8AC3E}">
        <p14:creationId xmlns:p14="http://schemas.microsoft.com/office/powerpoint/2010/main" val="2052387157"/>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Lst>
  <p:txStyles>
    <p:titleStyle>
      <a:lvl1pPr algn="l" defTabSz="914134" rtl="0" eaLnBrk="1" latinLnBrk="0" hangingPunct="1">
        <a:spcBef>
          <a:spcPct val="0"/>
        </a:spcBef>
        <a:buNone/>
        <a:defRPr sz="2399" kern="1200">
          <a:solidFill>
            <a:schemeClr val="tx1">
              <a:lumMod val="65000"/>
              <a:lumOff val="35000"/>
            </a:schemeClr>
          </a:solidFill>
          <a:latin typeface="+mj-lt"/>
          <a:ea typeface="+mj-ea"/>
          <a:cs typeface="+mj-cs"/>
        </a:defRPr>
      </a:lvl1pPr>
    </p:titleStyle>
    <p:bodyStyle>
      <a:lvl1pPr marL="342800" indent="-342800" algn="l" defTabSz="914134" rtl="0" eaLnBrk="1" latinLnBrk="0" hangingPunct="1">
        <a:spcBef>
          <a:spcPct val="20000"/>
        </a:spcBef>
        <a:buFont typeface="Arial" pitchFamily="34" charset="0"/>
        <a:buChar char="•"/>
        <a:defRPr sz="2699" kern="1200">
          <a:solidFill>
            <a:schemeClr val="tx1"/>
          </a:solidFill>
          <a:latin typeface="+mj-lt"/>
          <a:ea typeface="+mn-ea"/>
          <a:cs typeface="+mn-cs"/>
        </a:defRPr>
      </a:lvl1pPr>
      <a:lvl2pPr marL="742733" indent="-285667" algn="l" defTabSz="914134" rtl="0" eaLnBrk="1" latinLnBrk="0" hangingPunct="1">
        <a:spcBef>
          <a:spcPct val="20000"/>
        </a:spcBef>
        <a:buFont typeface="Arial" pitchFamily="34" charset="0"/>
        <a:buChar char="–"/>
        <a:defRPr sz="2399" kern="1200">
          <a:solidFill>
            <a:schemeClr val="tx1"/>
          </a:solidFill>
          <a:latin typeface="+mj-lt"/>
          <a:ea typeface="+mn-ea"/>
          <a:cs typeface="+mn-cs"/>
        </a:defRPr>
      </a:lvl2pPr>
      <a:lvl3pPr marL="1142666" indent="-228534" algn="l" defTabSz="914134" rtl="0" eaLnBrk="1" latinLnBrk="0" hangingPunct="1">
        <a:spcBef>
          <a:spcPct val="20000"/>
        </a:spcBef>
        <a:buFont typeface="Arial" pitchFamily="34" charset="0"/>
        <a:buChar char="•"/>
        <a:defRPr sz="1799" kern="1200">
          <a:solidFill>
            <a:schemeClr val="tx1"/>
          </a:solidFill>
          <a:latin typeface="+mj-lt"/>
          <a:ea typeface="+mn-ea"/>
          <a:cs typeface="+mn-cs"/>
        </a:defRPr>
      </a:lvl3pPr>
      <a:lvl4pPr marL="1599734" indent="-228534" algn="l" defTabSz="914134" rtl="0" eaLnBrk="1" latinLnBrk="0" hangingPunct="1">
        <a:spcBef>
          <a:spcPct val="20000"/>
        </a:spcBef>
        <a:buFont typeface="Arial" pitchFamily="34" charset="0"/>
        <a:buChar char="–"/>
        <a:defRPr sz="1500" kern="1200">
          <a:solidFill>
            <a:schemeClr val="tx1"/>
          </a:solidFill>
          <a:latin typeface="+mj-lt"/>
          <a:ea typeface="+mn-ea"/>
          <a:cs typeface="+mn-cs"/>
        </a:defRPr>
      </a:lvl4pPr>
      <a:lvl5pPr marL="2056800" indent="-228534" algn="l" defTabSz="914134" rtl="0" eaLnBrk="1" latinLnBrk="0" hangingPunct="1">
        <a:spcBef>
          <a:spcPct val="20000"/>
        </a:spcBef>
        <a:buFont typeface="Arial" pitchFamily="34" charset="0"/>
        <a:buChar char="»"/>
        <a:defRPr sz="1500" kern="1200">
          <a:solidFill>
            <a:schemeClr val="tx1"/>
          </a:solidFill>
          <a:latin typeface="+mj-lt"/>
          <a:ea typeface="+mn-ea"/>
          <a:cs typeface="+mn-cs"/>
        </a:defRPr>
      </a:lvl5pPr>
      <a:lvl6pPr marL="2513867" indent="-228534" algn="l" defTabSz="91413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0933" indent="-228534" algn="l" defTabSz="91413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000" indent="-228534" algn="l" defTabSz="91413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067" indent="-228534" algn="l" defTabSz="914134"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134" rtl="0" eaLnBrk="1" latinLnBrk="0" hangingPunct="1">
        <a:defRPr sz="1799" kern="1200">
          <a:solidFill>
            <a:schemeClr val="tx1"/>
          </a:solidFill>
          <a:latin typeface="+mn-lt"/>
          <a:ea typeface="+mn-ea"/>
          <a:cs typeface="+mn-cs"/>
        </a:defRPr>
      </a:lvl1pPr>
      <a:lvl2pPr marL="457067" algn="l" defTabSz="914134" rtl="0" eaLnBrk="1" latinLnBrk="0" hangingPunct="1">
        <a:defRPr sz="1799" kern="1200">
          <a:solidFill>
            <a:schemeClr val="tx1"/>
          </a:solidFill>
          <a:latin typeface="+mn-lt"/>
          <a:ea typeface="+mn-ea"/>
          <a:cs typeface="+mn-cs"/>
        </a:defRPr>
      </a:lvl2pPr>
      <a:lvl3pPr marL="914134" algn="l" defTabSz="914134" rtl="0" eaLnBrk="1" latinLnBrk="0" hangingPunct="1">
        <a:defRPr sz="1799" kern="1200">
          <a:solidFill>
            <a:schemeClr val="tx1"/>
          </a:solidFill>
          <a:latin typeface="+mn-lt"/>
          <a:ea typeface="+mn-ea"/>
          <a:cs typeface="+mn-cs"/>
        </a:defRPr>
      </a:lvl3pPr>
      <a:lvl4pPr marL="1371200" algn="l" defTabSz="914134" rtl="0" eaLnBrk="1" latinLnBrk="0" hangingPunct="1">
        <a:defRPr sz="1799" kern="1200">
          <a:solidFill>
            <a:schemeClr val="tx1"/>
          </a:solidFill>
          <a:latin typeface="+mn-lt"/>
          <a:ea typeface="+mn-ea"/>
          <a:cs typeface="+mn-cs"/>
        </a:defRPr>
      </a:lvl4pPr>
      <a:lvl5pPr marL="1828267" algn="l" defTabSz="914134" rtl="0" eaLnBrk="1" latinLnBrk="0" hangingPunct="1">
        <a:defRPr sz="1799" kern="1200">
          <a:solidFill>
            <a:schemeClr val="tx1"/>
          </a:solidFill>
          <a:latin typeface="+mn-lt"/>
          <a:ea typeface="+mn-ea"/>
          <a:cs typeface="+mn-cs"/>
        </a:defRPr>
      </a:lvl5pPr>
      <a:lvl6pPr marL="2285333" algn="l" defTabSz="914134" rtl="0" eaLnBrk="1" latinLnBrk="0" hangingPunct="1">
        <a:defRPr sz="1799" kern="1200">
          <a:solidFill>
            <a:schemeClr val="tx1"/>
          </a:solidFill>
          <a:latin typeface="+mn-lt"/>
          <a:ea typeface="+mn-ea"/>
          <a:cs typeface="+mn-cs"/>
        </a:defRPr>
      </a:lvl6pPr>
      <a:lvl7pPr marL="2742401" algn="l" defTabSz="914134" rtl="0" eaLnBrk="1" latinLnBrk="0" hangingPunct="1">
        <a:defRPr sz="1799" kern="1200">
          <a:solidFill>
            <a:schemeClr val="tx1"/>
          </a:solidFill>
          <a:latin typeface="+mn-lt"/>
          <a:ea typeface="+mn-ea"/>
          <a:cs typeface="+mn-cs"/>
        </a:defRPr>
      </a:lvl7pPr>
      <a:lvl8pPr marL="3199466" algn="l" defTabSz="914134" rtl="0" eaLnBrk="1" latinLnBrk="0" hangingPunct="1">
        <a:defRPr sz="1799" kern="1200">
          <a:solidFill>
            <a:schemeClr val="tx1"/>
          </a:solidFill>
          <a:latin typeface="+mn-lt"/>
          <a:ea typeface="+mn-ea"/>
          <a:cs typeface="+mn-cs"/>
        </a:defRPr>
      </a:lvl8pPr>
      <a:lvl9pPr marL="3656534" algn="l" defTabSz="914134" rtl="0" eaLnBrk="1" latinLnBrk="0" hangingPunct="1">
        <a:defRPr sz="1799"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1802" y="0"/>
            <a:ext cx="9172472" cy="5142161"/>
            <a:chOff x="-15736" y="0"/>
            <a:chExt cx="12229962" cy="6856214"/>
          </a:xfrm>
        </p:grpSpPr>
        <p:pic>
          <p:nvPicPr>
            <p:cNvPr id="8" name="Picture 7" descr="HD-PanelContent.png"/>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5">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5">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971552" y="736600"/>
            <a:ext cx="7200897" cy="9779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71551" y="1917699"/>
            <a:ext cx="7200897" cy="2489202"/>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508126" y="4476750"/>
            <a:ext cx="1200150" cy="209550"/>
          </a:xfrm>
          <a:prstGeom prst="rect">
            <a:avLst/>
          </a:prstGeom>
        </p:spPr>
        <p:txBody>
          <a:bodyPr vert="horz" lIns="91440" tIns="45720" rIns="91440" bIns="45720" rtlCol="0" anchor="ctr"/>
          <a:lstStyle>
            <a:lvl1pPr algn="r">
              <a:defRPr sz="750" b="0" i="0">
                <a:solidFill>
                  <a:schemeClr val="tx1"/>
                </a:solidFill>
                <a:effectLst/>
                <a:latin typeface="+mn-lt"/>
              </a:defRPr>
            </a:lvl1pPr>
          </a:lstStyle>
          <a:p>
            <a:pPr defTabSz="914171"/>
            <a:fld id="{FD1176A7-B091-469C-82C8-89C693043C40}" type="datetimeFigureOut">
              <a:rPr lang="en-US" smtClean="0">
                <a:solidFill>
                  <a:prstClr val="black">
                    <a:tint val="75000"/>
                  </a:prstClr>
                </a:solidFill>
              </a:rPr>
              <a:pPr defTabSz="914171"/>
              <a:t>11/18/2024</a:t>
            </a:fld>
            <a:endParaRPr lang="en-US">
              <a:solidFill>
                <a:prstClr val="black">
                  <a:tint val="75000"/>
                </a:prstClr>
              </a:solidFill>
            </a:endParaRPr>
          </a:p>
        </p:txBody>
      </p:sp>
      <p:sp>
        <p:nvSpPr>
          <p:cNvPr id="5" name="Footer Placeholder 4"/>
          <p:cNvSpPr>
            <a:spLocks noGrp="1"/>
          </p:cNvSpPr>
          <p:nvPr>
            <p:ph type="ftr" sz="quarter" idx="3"/>
          </p:nvPr>
        </p:nvSpPr>
        <p:spPr>
          <a:xfrm>
            <a:off x="971551" y="4476750"/>
            <a:ext cx="5479425" cy="209550"/>
          </a:xfrm>
          <a:prstGeom prst="rect">
            <a:avLst/>
          </a:prstGeom>
        </p:spPr>
        <p:txBody>
          <a:bodyPr vert="horz" lIns="91440" tIns="45720" rIns="91440" bIns="45720" rtlCol="0" anchor="ctr"/>
          <a:lstStyle>
            <a:lvl1pPr algn="l">
              <a:defRPr sz="750" b="0" i="0">
                <a:solidFill>
                  <a:schemeClr val="tx1"/>
                </a:solidFill>
                <a:effectLst/>
                <a:latin typeface="+mn-lt"/>
              </a:defRPr>
            </a:lvl1pPr>
          </a:lstStyle>
          <a:p>
            <a:pPr defTabSz="914171"/>
            <a:endParaRPr lang="en-US">
              <a:solidFill>
                <a:prstClr val="black">
                  <a:tint val="75000"/>
                </a:prstClr>
              </a:solidFill>
            </a:endParaRPr>
          </a:p>
        </p:txBody>
      </p:sp>
      <p:sp>
        <p:nvSpPr>
          <p:cNvPr id="6" name="Slide Number Placeholder 5"/>
          <p:cNvSpPr>
            <a:spLocks noGrp="1"/>
          </p:cNvSpPr>
          <p:nvPr>
            <p:ph type="sldNum" sz="quarter" idx="4"/>
          </p:nvPr>
        </p:nvSpPr>
        <p:spPr>
          <a:xfrm>
            <a:off x="7765426" y="4476750"/>
            <a:ext cx="407023" cy="209550"/>
          </a:xfrm>
          <a:prstGeom prst="rect">
            <a:avLst/>
          </a:prstGeom>
        </p:spPr>
        <p:txBody>
          <a:bodyPr vert="horz" lIns="91440" tIns="45720" rIns="91440" bIns="45720" rtlCol="0" anchor="ctr"/>
          <a:lstStyle>
            <a:lvl1pPr algn="r">
              <a:defRPr sz="750" b="0" i="0">
                <a:solidFill>
                  <a:schemeClr val="tx1"/>
                </a:solidFill>
                <a:effectLst/>
                <a:latin typeface="+mn-lt"/>
              </a:defRPr>
            </a:lvl1pPr>
          </a:lstStyle>
          <a:p>
            <a:pPr defTabSz="914171"/>
            <a:fld id="{5939B1FA-81F2-4940-9AF3-5EAFB5D6669B}" type="slidenum">
              <a:rPr lang="en-US" smtClean="0">
                <a:solidFill>
                  <a:prstClr val="black">
                    <a:tint val="75000"/>
                  </a:prstClr>
                </a:solidFill>
              </a:rPr>
              <a:pPr defTabSz="914171"/>
              <a:t>‹#›</a:t>
            </a:fld>
            <a:endParaRPr lang="en-US">
              <a:solidFill>
                <a:prstClr val="black">
                  <a:tint val="75000"/>
                </a:prstClr>
              </a:solidFill>
            </a:endParaRPr>
          </a:p>
        </p:txBody>
      </p:sp>
    </p:spTree>
    <p:extLst>
      <p:ext uri="{BB962C8B-B14F-4D97-AF65-F5344CB8AC3E}">
        <p14:creationId xmlns:p14="http://schemas.microsoft.com/office/powerpoint/2010/main" val="3709059619"/>
      </p:ext>
    </p:extLst>
  </p:cSld>
  <p:clrMap bg1="lt1" tx1="dk1" bg2="lt2" tx2="dk2" accent1="accent1" accent2="accent2" accent3="accent3" accent4="accent4" accent5="accent5" accent6="accent6" hlink="hlink" folHlink="folHlink"/>
  <p:sldLayoutIdLst>
    <p:sldLayoutId id="2147483896" r:id="rId1"/>
    <p:sldLayoutId id="2147483897" r:id="rId2"/>
    <p:sldLayoutId id="2147483898" r:id="rId3"/>
    <p:sldLayoutId id="2147483899" r:id="rId4"/>
    <p:sldLayoutId id="2147483900" r:id="rId5"/>
    <p:sldLayoutId id="2147483901" r:id="rId6"/>
    <p:sldLayoutId id="2147483902" r:id="rId7"/>
    <p:sldLayoutId id="2147483903" r:id="rId8"/>
    <p:sldLayoutId id="2147483904" r:id="rId9"/>
    <p:sldLayoutId id="2147483905" r:id="rId10"/>
    <p:sldLayoutId id="2147483906" r:id="rId11"/>
    <p:sldLayoutId id="2147483907" r:id="rId12"/>
    <p:sldLayoutId id="2147483908" r:id="rId13"/>
    <p:sldLayoutId id="2147483909" r:id="rId14"/>
    <p:sldLayoutId id="2147483910" r:id="rId15"/>
    <p:sldLayoutId id="2147483911" r:id="rId16"/>
    <p:sldLayoutId id="2147483912" r:id="rId17"/>
    <p:sldLayoutId id="2147483913" r:id="rId18"/>
    <p:sldLayoutId id="2147483914" r:id="rId19"/>
    <p:sldLayoutId id="2147483915" r:id="rId20"/>
    <p:sldLayoutId id="2147483916" r:id="rId21"/>
    <p:sldLayoutId id="2147483917" r:id="rId22"/>
  </p:sldLayoutIdLst>
  <p:transition>
    <p:fade thruBlk="1"/>
  </p:transition>
  <p:txStyles>
    <p:titleStyle>
      <a:lvl1pPr algn="ctr" defTabSz="342900" rtl="0" eaLnBrk="1" latinLnBrk="0" hangingPunct="1">
        <a:spcBef>
          <a:spcPct val="0"/>
        </a:spcBef>
        <a:buNone/>
        <a:defRPr sz="33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14313" indent="-214313" algn="l" defTabSz="342900" rtl="0" eaLnBrk="1" latinLnBrk="0" hangingPunct="1">
        <a:spcBef>
          <a:spcPct val="20000"/>
        </a:spcBef>
        <a:spcAft>
          <a:spcPts val="45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1pPr>
      <a:lvl2pPr marL="557213" indent="-214313" algn="l" defTabSz="342900" rtl="0" eaLnBrk="1" latinLnBrk="0" hangingPunct="1">
        <a:spcBef>
          <a:spcPct val="20000"/>
        </a:spcBef>
        <a:spcAft>
          <a:spcPts val="450"/>
        </a:spcAft>
        <a:buClr>
          <a:schemeClr val="accent1"/>
        </a:buClr>
        <a:buSzPct val="115000"/>
        <a:buFont typeface="Arial"/>
        <a:buChar char="•"/>
        <a:defRPr sz="1500" kern="1200" cap="none">
          <a:solidFill>
            <a:schemeClr val="tx1">
              <a:lumMod val="85000"/>
              <a:lumOff val="15000"/>
            </a:schemeClr>
          </a:solidFill>
          <a:effectLst/>
          <a:latin typeface="+mn-lt"/>
          <a:ea typeface="+mn-ea"/>
          <a:cs typeface="+mn-cs"/>
        </a:defRPr>
      </a:lvl2pPr>
      <a:lvl3pPr marL="900113" indent="-214313" algn="l" defTabSz="342900" rtl="0" eaLnBrk="1" latinLnBrk="0" hangingPunct="1">
        <a:spcBef>
          <a:spcPct val="20000"/>
        </a:spcBef>
        <a:spcAft>
          <a:spcPts val="450"/>
        </a:spcAft>
        <a:buClr>
          <a:schemeClr val="accent1"/>
        </a:buClr>
        <a:buSzPct val="115000"/>
        <a:buFont typeface="Arial"/>
        <a:buChar char="•"/>
        <a:defRPr sz="1350" kern="1200" cap="none">
          <a:solidFill>
            <a:schemeClr val="tx1">
              <a:lumMod val="85000"/>
              <a:lumOff val="15000"/>
            </a:schemeClr>
          </a:solidFill>
          <a:effectLst/>
          <a:latin typeface="+mn-lt"/>
          <a:ea typeface="+mn-ea"/>
          <a:cs typeface="+mn-cs"/>
        </a:defRPr>
      </a:lvl3pPr>
      <a:lvl4pPr marL="1157288" indent="-128588" algn="l" defTabSz="342900" rtl="0" eaLnBrk="1" latinLnBrk="0" hangingPunct="1">
        <a:spcBef>
          <a:spcPct val="20000"/>
        </a:spcBef>
        <a:spcAft>
          <a:spcPts val="450"/>
        </a:spcAft>
        <a:buClr>
          <a:schemeClr val="accent1"/>
        </a:buClr>
        <a:buSzPct val="115000"/>
        <a:buFont typeface="Arial"/>
        <a:buChar char="•"/>
        <a:defRPr sz="1200" kern="1200" cap="none">
          <a:solidFill>
            <a:schemeClr val="tx1">
              <a:lumMod val="85000"/>
              <a:lumOff val="15000"/>
            </a:schemeClr>
          </a:solidFill>
          <a:effectLst/>
          <a:latin typeface="+mn-lt"/>
          <a:ea typeface="+mn-ea"/>
          <a:cs typeface="+mn-cs"/>
        </a:defRPr>
      </a:lvl4pPr>
      <a:lvl5pPr marL="1500188" indent="-128588"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5pPr>
      <a:lvl6pPr marL="1885950" indent="-171450"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6pPr>
      <a:lvl7pPr marL="2228850" indent="-171450"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7pPr>
      <a:lvl8pPr marL="2571750" indent="-171450"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8pPr>
      <a:lvl9pPr marL="2914650" indent="-171450"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5.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6.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3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3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38.xml"/></Relationships>
</file>

<file path=ppt/slides/_rels/slide1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3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37.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1"/>
          <p:cNvSpPr txBox="1">
            <a:spLocks noGrp="1"/>
          </p:cNvSpPr>
          <p:nvPr>
            <p:ph type="ctrTitle"/>
          </p:nvPr>
        </p:nvSpPr>
        <p:spPr>
          <a:xfrm>
            <a:off x="190500" y="1352550"/>
            <a:ext cx="8763000" cy="838200"/>
          </a:xfrm>
          <a:prstGeom prst="rect">
            <a:avLst/>
          </a:prstGeom>
        </p:spPr>
        <p:txBody>
          <a:bodyPr spcFirstLastPara="1" wrap="square" lIns="0" tIns="0" rIns="0" bIns="0" anchor="t" anchorCtr="0">
            <a:noAutofit/>
          </a:bodyPr>
          <a:lstStyle/>
          <a:p>
            <a:pPr lvl="0" algn="ctr"/>
            <a:r>
              <a:rPr lang="en-US" sz="5400" dirty="0">
                <a:latin typeface="Times New Roman" panose="02020603050405020304" pitchFamily="18" charset="0"/>
                <a:cs typeface="Times New Roman" panose="02020603050405020304" pitchFamily="18" charset="0"/>
              </a:rPr>
              <a:t>CAPSTONE PROJECT</a:t>
            </a:r>
            <a:br>
              <a:rPr lang="en-US" dirty="0"/>
            </a:br>
            <a:r>
              <a:rPr lang="en-US" sz="2800" dirty="0"/>
              <a:t>   </a:t>
            </a:r>
            <a:br>
              <a:rPr lang="en-US" sz="2800" dirty="0"/>
            </a:br>
            <a:br>
              <a:rPr lang="en-US" sz="2800" dirty="0"/>
            </a:br>
            <a:r>
              <a:rPr lang="en-US" sz="3200" b="1" dirty="0">
                <a:latin typeface="Times New Roman" panose="02020603050405020304" pitchFamily="18" charset="0"/>
                <a:cs typeface="Times New Roman" panose="02020603050405020304" pitchFamily="18" charset="0"/>
              </a:rPr>
              <a:t>TEAM –93</a:t>
            </a: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br>
              <a:rPr lang="en-US" sz="2800" dirty="0"/>
            </a:br>
            <a:r>
              <a:rPr lang="en-US" sz="1800" dirty="0"/>
              <a:t>Electronics &amp; Communication Engineering</a:t>
            </a:r>
            <a:endParaRPr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2" name="Title 1"/>
          <p:cNvSpPr>
            <a:spLocks noGrp="1"/>
          </p:cNvSpPr>
          <p:nvPr>
            <p:ph type="title"/>
          </p:nvPr>
        </p:nvSpPr>
        <p:spPr>
          <a:xfrm>
            <a:off x="609600" y="1197099"/>
            <a:ext cx="7609133" cy="331854"/>
          </a:xfrm>
        </p:spPr>
        <p:txBody>
          <a:bodyPr/>
          <a:lstStyle/>
          <a:p>
            <a:r>
              <a:rPr lang="en-US" sz="2800" b="1" dirty="0">
                <a:latin typeface="Times New Roman" panose="02020603050405020304" pitchFamily="18" charset="0"/>
                <a:cs typeface="Times New Roman" panose="02020603050405020304" pitchFamily="18" charset="0"/>
              </a:rPr>
              <a:t>TITLE: </a:t>
            </a:r>
            <a:r>
              <a:rPr lang="en-US" sz="2800" dirty="0">
                <a:latin typeface="Times New Roman" panose="02020603050405020304" pitchFamily="18" charset="0"/>
                <a:cs typeface="Times New Roman" panose="02020603050405020304" pitchFamily="18" charset="0"/>
              </a:rPr>
              <a:t>Calorie Estimation Using Deep Learning for Dietary Images.</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621" name="Freeform 620"/>
          <p:cNvSpPr/>
          <p:nvPr/>
        </p:nvSpPr>
        <p:spPr>
          <a:xfrm>
            <a:off x="735302" y="2643158"/>
            <a:ext cx="2876149" cy="443171"/>
          </a:xfrm>
          <a:custGeom>
            <a:avLst/>
            <a:gdLst>
              <a:gd name="connsiteX0" fmla="*/ 6628187 w 7623269"/>
              <a:gd name="connsiteY0" fmla="*/ 0 h 1078344"/>
              <a:gd name="connsiteX1" fmla="*/ 7125728 w 7623269"/>
              <a:gd name="connsiteY1" fmla="*/ 0 h 1078344"/>
              <a:gd name="connsiteX2" fmla="*/ 7623269 w 7623269"/>
              <a:gd name="connsiteY2" fmla="*/ 539172 h 1078344"/>
              <a:gd name="connsiteX3" fmla="*/ 7125728 w 7623269"/>
              <a:gd name="connsiteY3" fmla="*/ 1078344 h 1078344"/>
              <a:gd name="connsiteX4" fmla="*/ 6628187 w 7623269"/>
              <a:gd name="connsiteY4" fmla="*/ 1078343 h 1078344"/>
              <a:gd name="connsiteX5" fmla="*/ 6628187 w 7623269"/>
              <a:gd name="connsiteY5" fmla="*/ 1078344 h 1078344"/>
              <a:gd name="connsiteX6" fmla="*/ 0 w 7623269"/>
              <a:gd name="connsiteY6" fmla="*/ 1078344 h 1078344"/>
              <a:gd name="connsiteX7" fmla="*/ 0 w 7623269"/>
              <a:gd name="connsiteY7" fmla="*/ 1 h 1078344"/>
              <a:gd name="connsiteX8" fmla="*/ 6628187 w 7623269"/>
              <a:gd name="connsiteY8" fmla="*/ 1 h 1078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3269" h="1078344">
                <a:moveTo>
                  <a:pt x="6628187" y="0"/>
                </a:moveTo>
                <a:lnTo>
                  <a:pt x="7125728" y="0"/>
                </a:lnTo>
                <a:cubicBezTo>
                  <a:pt x="7400512" y="0"/>
                  <a:pt x="7623269" y="241396"/>
                  <a:pt x="7623269" y="539172"/>
                </a:cubicBezTo>
                <a:cubicBezTo>
                  <a:pt x="7623269" y="836948"/>
                  <a:pt x="7400512" y="1078344"/>
                  <a:pt x="7125728" y="1078344"/>
                </a:cubicBezTo>
                <a:lnTo>
                  <a:pt x="6628187" y="1078343"/>
                </a:lnTo>
                <a:lnTo>
                  <a:pt x="6628187" y="1078344"/>
                </a:lnTo>
                <a:lnTo>
                  <a:pt x="0" y="1078344"/>
                </a:lnTo>
                <a:lnTo>
                  <a:pt x="0" y="1"/>
                </a:lnTo>
                <a:lnTo>
                  <a:pt x="6628187" y="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622" name="Freeform 621"/>
          <p:cNvSpPr/>
          <p:nvPr/>
        </p:nvSpPr>
        <p:spPr>
          <a:xfrm>
            <a:off x="853749" y="3752796"/>
            <a:ext cx="2869004" cy="446049"/>
          </a:xfrm>
          <a:custGeom>
            <a:avLst/>
            <a:gdLst>
              <a:gd name="connsiteX0" fmla="*/ 0 w 8772992"/>
              <a:gd name="connsiteY0" fmla="*/ 0 h 1078344"/>
              <a:gd name="connsiteX1" fmla="*/ 7777910 w 8772992"/>
              <a:gd name="connsiteY1" fmla="*/ 0 h 1078344"/>
              <a:gd name="connsiteX2" fmla="*/ 7798081 w 8772992"/>
              <a:gd name="connsiteY2" fmla="*/ 0 h 1078344"/>
              <a:gd name="connsiteX3" fmla="*/ 8275451 w 8772992"/>
              <a:gd name="connsiteY3" fmla="*/ 0 h 1078344"/>
              <a:gd name="connsiteX4" fmla="*/ 8772992 w 8772992"/>
              <a:gd name="connsiteY4" fmla="*/ 539172 h 1078344"/>
              <a:gd name="connsiteX5" fmla="*/ 8275451 w 8772992"/>
              <a:gd name="connsiteY5" fmla="*/ 1078344 h 1078344"/>
              <a:gd name="connsiteX6" fmla="*/ 7777910 w 8772992"/>
              <a:gd name="connsiteY6" fmla="*/ 1078343 h 1078344"/>
              <a:gd name="connsiteX7" fmla="*/ 0 w 8772992"/>
              <a:gd name="connsiteY7" fmla="*/ 1078343 h 1078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72992" h="1078344">
                <a:moveTo>
                  <a:pt x="0" y="0"/>
                </a:moveTo>
                <a:lnTo>
                  <a:pt x="7777910" y="0"/>
                </a:lnTo>
                <a:lnTo>
                  <a:pt x="7798081" y="0"/>
                </a:lnTo>
                <a:lnTo>
                  <a:pt x="8275451" y="0"/>
                </a:lnTo>
                <a:cubicBezTo>
                  <a:pt x="8550235" y="0"/>
                  <a:pt x="8772992" y="241396"/>
                  <a:pt x="8772992" y="539172"/>
                </a:cubicBezTo>
                <a:cubicBezTo>
                  <a:pt x="8772992" y="836948"/>
                  <a:pt x="8550235" y="1078344"/>
                  <a:pt x="8275451" y="1078344"/>
                </a:cubicBezTo>
                <a:lnTo>
                  <a:pt x="7777910" y="1078343"/>
                </a:lnTo>
                <a:lnTo>
                  <a:pt x="0" y="107834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623" name="Freeform 622"/>
          <p:cNvSpPr/>
          <p:nvPr/>
        </p:nvSpPr>
        <p:spPr>
          <a:xfrm>
            <a:off x="846605" y="2899681"/>
            <a:ext cx="2876148" cy="418106"/>
          </a:xfrm>
          <a:custGeom>
            <a:avLst/>
            <a:gdLst>
              <a:gd name="connsiteX0" fmla="*/ 0 w 6661808"/>
              <a:gd name="connsiteY0" fmla="*/ 0 h 1082215"/>
              <a:gd name="connsiteX1" fmla="*/ 5666726 w 6661808"/>
              <a:gd name="connsiteY1" fmla="*/ 0 h 1082215"/>
              <a:gd name="connsiteX2" fmla="*/ 5666726 w 6661808"/>
              <a:gd name="connsiteY2" fmla="*/ 3871 h 1082215"/>
              <a:gd name="connsiteX3" fmla="*/ 6164267 w 6661808"/>
              <a:gd name="connsiteY3" fmla="*/ 3871 h 1082215"/>
              <a:gd name="connsiteX4" fmla="*/ 6661808 w 6661808"/>
              <a:gd name="connsiteY4" fmla="*/ 543043 h 1082215"/>
              <a:gd name="connsiteX5" fmla="*/ 6164267 w 6661808"/>
              <a:gd name="connsiteY5" fmla="*/ 1082215 h 1082215"/>
              <a:gd name="connsiteX6" fmla="*/ 5666726 w 6661808"/>
              <a:gd name="connsiteY6" fmla="*/ 1082214 h 1082215"/>
              <a:gd name="connsiteX7" fmla="*/ 5666726 w 6661808"/>
              <a:gd name="connsiteY7" fmla="*/ 1078343 h 1082215"/>
              <a:gd name="connsiteX8" fmla="*/ 0 w 6661808"/>
              <a:gd name="connsiteY8" fmla="*/ 1078343 h 108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61808" h="1082215">
                <a:moveTo>
                  <a:pt x="0" y="0"/>
                </a:moveTo>
                <a:lnTo>
                  <a:pt x="5666726" y="0"/>
                </a:lnTo>
                <a:lnTo>
                  <a:pt x="5666726" y="3871"/>
                </a:lnTo>
                <a:lnTo>
                  <a:pt x="6164267" y="3871"/>
                </a:lnTo>
                <a:cubicBezTo>
                  <a:pt x="6439051" y="3871"/>
                  <a:pt x="6661808" y="245267"/>
                  <a:pt x="6661808" y="543043"/>
                </a:cubicBezTo>
                <a:cubicBezTo>
                  <a:pt x="6661808" y="840819"/>
                  <a:pt x="6439051" y="1082215"/>
                  <a:pt x="6164267" y="1082215"/>
                </a:cubicBezTo>
                <a:lnTo>
                  <a:pt x="5666726" y="1082214"/>
                </a:lnTo>
                <a:lnTo>
                  <a:pt x="5666726" y="1078343"/>
                </a:lnTo>
                <a:lnTo>
                  <a:pt x="0" y="107834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624" name="Freeform 623"/>
          <p:cNvSpPr/>
          <p:nvPr/>
        </p:nvSpPr>
        <p:spPr>
          <a:xfrm>
            <a:off x="846604" y="2449039"/>
            <a:ext cx="2876149" cy="452593"/>
          </a:xfrm>
          <a:custGeom>
            <a:avLst/>
            <a:gdLst>
              <a:gd name="connsiteX0" fmla="*/ 0 w 7838423"/>
              <a:gd name="connsiteY0" fmla="*/ 0 h 1078344"/>
              <a:gd name="connsiteX1" fmla="*/ 6843341 w 7838423"/>
              <a:gd name="connsiteY1" fmla="*/ 0 h 1078344"/>
              <a:gd name="connsiteX2" fmla="*/ 7112282 w 7838423"/>
              <a:gd name="connsiteY2" fmla="*/ 0 h 1078344"/>
              <a:gd name="connsiteX3" fmla="*/ 7340882 w 7838423"/>
              <a:gd name="connsiteY3" fmla="*/ 0 h 1078344"/>
              <a:gd name="connsiteX4" fmla="*/ 7838423 w 7838423"/>
              <a:gd name="connsiteY4" fmla="*/ 539172 h 1078344"/>
              <a:gd name="connsiteX5" fmla="*/ 7340882 w 7838423"/>
              <a:gd name="connsiteY5" fmla="*/ 1078344 h 1078344"/>
              <a:gd name="connsiteX6" fmla="*/ 6843341 w 7838423"/>
              <a:gd name="connsiteY6" fmla="*/ 1078343 h 1078344"/>
              <a:gd name="connsiteX7" fmla="*/ 0 w 7838423"/>
              <a:gd name="connsiteY7" fmla="*/ 1078343 h 1078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38423" h="1078344">
                <a:moveTo>
                  <a:pt x="0" y="0"/>
                </a:moveTo>
                <a:lnTo>
                  <a:pt x="6843341" y="0"/>
                </a:lnTo>
                <a:lnTo>
                  <a:pt x="7112282" y="0"/>
                </a:lnTo>
                <a:lnTo>
                  <a:pt x="7340882" y="0"/>
                </a:lnTo>
                <a:cubicBezTo>
                  <a:pt x="7615666" y="0"/>
                  <a:pt x="7838423" y="241396"/>
                  <a:pt x="7838423" y="539172"/>
                </a:cubicBezTo>
                <a:cubicBezTo>
                  <a:pt x="7838423" y="836948"/>
                  <a:pt x="7615666" y="1078344"/>
                  <a:pt x="7340882" y="1078344"/>
                </a:cubicBezTo>
                <a:lnTo>
                  <a:pt x="6843341" y="1078343"/>
                </a:lnTo>
                <a:lnTo>
                  <a:pt x="0" y="107834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640" name="TextBox 639"/>
          <p:cNvSpPr txBox="1"/>
          <p:nvPr/>
        </p:nvSpPr>
        <p:spPr>
          <a:xfrm>
            <a:off x="3846917" y="2452452"/>
            <a:ext cx="1450166" cy="369332"/>
          </a:xfrm>
          <a:prstGeom prst="rect">
            <a:avLst/>
          </a:prstGeom>
          <a:noFill/>
        </p:spPr>
        <p:txBody>
          <a:bodyPr wrap="square" rtlCol="0">
            <a:spAutoFit/>
          </a:bodyPr>
          <a:lstStyle/>
          <a:p>
            <a:r>
              <a:rPr lang="en-US" sz="1800" dirty="0">
                <a:solidFill>
                  <a:schemeClr val="tx1"/>
                </a:solidFill>
                <a:latin typeface="Times New Roman" panose="02020603050405020304" pitchFamily="18" charset="0"/>
                <a:cs typeface="Times New Roman" panose="02020603050405020304" pitchFamily="18" charset="0"/>
              </a:rPr>
              <a:t>2103A51342</a:t>
            </a:r>
          </a:p>
        </p:txBody>
      </p:sp>
      <p:sp>
        <p:nvSpPr>
          <p:cNvPr id="641" name="TextBox 640"/>
          <p:cNvSpPr txBox="1"/>
          <p:nvPr/>
        </p:nvSpPr>
        <p:spPr>
          <a:xfrm>
            <a:off x="767218" y="2509545"/>
            <a:ext cx="3121974" cy="323165"/>
          </a:xfrm>
          <a:prstGeom prst="rect">
            <a:avLst/>
          </a:prstGeom>
          <a:noFill/>
        </p:spPr>
        <p:txBody>
          <a:bodyPr wrap="square" rtlCol="0">
            <a:spAutoFit/>
          </a:bodyPr>
          <a:lstStyle/>
          <a:p>
            <a:pPr algn="ctr"/>
            <a:r>
              <a:rPr lang="en-US" sz="1500" dirty="0">
                <a:solidFill>
                  <a:schemeClr val="tx1"/>
                </a:solidFill>
                <a:effectLst>
                  <a:innerShdw blurRad="63500" dist="50800" dir="18900000">
                    <a:prstClr val="black">
                      <a:alpha val="50000"/>
                    </a:prstClr>
                  </a:innerShdw>
                </a:effectLst>
                <a:latin typeface="Times New Roman" panose="02020603050405020304" pitchFamily="18" charset="0"/>
                <a:cs typeface="Times New Roman" panose="02020603050405020304" pitchFamily="18" charset="0"/>
              </a:rPr>
              <a:t>Mohammed Aman Sami Ur Rahman</a:t>
            </a:r>
          </a:p>
        </p:txBody>
      </p:sp>
      <p:sp>
        <p:nvSpPr>
          <p:cNvPr id="655" name="TextBox 654"/>
          <p:cNvSpPr txBox="1"/>
          <p:nvPr/>
        </p:nvSpPr>
        <p:spPr>
          <a:xfrm>
            <a:off x="457201" y="2937892"/>
            <a:ext cx="2338378" cy="323165"/>
          </a:xfrm>
          <a:prstGeom prst="rect">
            <a:avLst/>
          </a:prstGeom>
          <a:noFill/>
        </p:spPr>
        <p:txBody>
          <a:bodyPr wrap="square" rtlCol="0">
            <a:spAutoFit/>
          </a:bodyPr>
          <a:lstStyle/>
          <a:p>
            <a:pPr algn="ctr"/>
            <a:r>
              <a:rPr lang="en-US" sz="1500" dirty="0" err="1">
                <a:solidFill>
                  <a:schemeClr val="tx1"/>
                </a:solidFill>
                <a:effectLst>
                  <a:innerShdw blurRad="63500" dist="50800" dir="18900000">
                    <a:prstClr val="black">
                      <a:alpha val="50000"/>
                    </a:prstClr>
                  </a:innerShdw>
                </a:effectLst>
                <a:latin typeface="Times New Roman" panose="02020603050405020304" pitchFamily="18" charset="0"/>
                <a:cs typeface="Times New Roman" panose="02020603050405020304" pitchFamily="18" charset="0"/>
              </a:rPr>
              <a:t>Gattepally</a:t>
            </a:r>
            <a:r>
              <a:rPr lang="en-US" sz="1500" dirty="0">
                <a:solidFill>
                  <a:schemeClr val="tx1"/>
                </a:solidFill>
                <a:effectLst>
                  <a:innerShdw blurRad="63500" dist="50800" dir="18900000">
                    <a:prstClr val="black">
                      <a:alpha val="50000"/>
                    </a:prstClr>
                  </a:innerShdw>
                </a:effectLst>
                <a:latin typeface="Times New Roman" panose="02020603050405020304" pitchFamily="18" charset="0"/>
                <a:cs typeface="Times New Roman" panose="02020603050405020304" pitchFamily="18" charset="0"/>
              </a:rPr>
              <a:t> Vignesh</a:t>
            </a:r>
          </a:p>
        </p:txBody>
      </p:sp>
      <p:sp>
        <p:nvSpPr>
          <p:cNvPr id="656" name="TextBox 655"/>
          <p:cNvSpPr txBox="1"/>
          <p:nvPr/>
        </p:nvSpPr>
        <p:spPr>
          <a:xfrm>
            <a:off x="228600" y="3338591"/>
            <a:ext cx="2971800" cy="323165"/>
          </a:xfrm>
          <a:prstGeom prst="rect">
            <a:avLst/>
          </a:prstGeom>
          <a:noFill/>
        </p:spPr>
        <p:txBody>
          <a:bodyPr wrap="square" rtlCol="0">
            <a:spAutoFit/>
          </a:bodyPr>
          <a:lstStyle/>
          <a:p>
            <a:pPr algn="ctr"/>
            <a:r>
              <a:rPr lang="en-US" sz="1500" dirty="0" err="1">
                <a:solidFill>
                  <a:schemeClr val="tx1"/>
                </a:solidFill>
                <a:effectLst>
                  <a:innerShdw blurRad="63500" dist="50800" dir="18900000">
                    <a:prstClr val="black">
                      <a:alpha val="50000"/>
                    </a:prstClr>
                  </a:innerShdw>
                </a:effectLst>
                <a:latin typeface="Times New Roman" panose="02020603050405020304" pitchFamily="18" charset="0"/>
                <a:cs typeface="Times New Roman" panose="02020603050405020304" pitchFamily="18" charset="0"/>
              </a:rPr>
              <a:t>Punnam</a:t>
            </a:r>
            <a:r>
              <a:rPr lang="en-US" sz="1500" dirty="0">
                <a:solidFill>
                  <a:schemeClr val="tx1"/>
                </a:solidFill>
                <a:effectLst>
                  <a:innerShdw blurRad="63500" dist="50800" dir="18900000">
                    <a:prstClr val="black">
                      <a:alpha val="50000"/>
                    </a:prstClr>
                  </a:innerShdw>
                </a:effectLst>
                <a:latin typeface="Times New Roman" panose="02020603050405020304" pitchFamily="18" charset="0"/>
                <a:cs typeface="Times New Roman" panose="02020603050405020304" pitchFamily="18" charset="0"/>
              </a:rPr>
              <a:t> Raja Rohith</a:t>
            </a:r>
          </a:p>
        </p:txBody>
      </p:sp>
      <p:sp>
        <p:nvSpPr>
          <p:cNvPr id="657" name="TextBox 656"/>
          <p:cNvSpPr txBox="1"/>
          <p:nvPr/>
        </p:nvSpPr>
        <p:spPr>
          <a:xfrm>
            <a:off x="255197" y="3761671"/>
            <a:ext cx="2869004" cy="323165"/>
          </a:xfrm>
          <a:prstGeom prst="rect">
            <a:avLst/>
          </a:prstGeom>
          <a:noFill/>
        </p:spPr>
        <p:txBody>
          <a:bodyPr wrap="square" rtlCol="0">
            <a:spAutoFit/>
          </a:bodyPr>
          <a:lstStyle/>
          <a:p>
            <a:pPr algn="ctr"/>
            <a:r>
              <a:rPr lang="en-US" sz="1500" dirty="0">
                <a:solidFill>
                  <a:schemeClr val="tx1"/>
                </a:solidFill>
                <a:effectLst>
                  <a:innerShdw blurRad="63500" dist="50800" dir="18900000">
                    <a:prstClr val="black">
                      <a:alpha val="50000"/>
                    </a:prstClr>
                  </a:innerShdw>
                </a:effectLst>
                <a:latin typeface="Times New Roman" panose="02020603050405020304" pitchFamily="18" charset="0"/>
                <a:cs typeface="Times New Roman" panose="02020603050405020304" pitchFamily="18" charset="0"/>
              </a:rPr>
              <a:t>Syed </a:t>
            </a:r>
            <a:r>
              <a:rPr lang="en-US" sz="1500" dirty="0" err="1">
                <a:solidFill>
                  <a:schemeClr val="tx1"/>
                </a:solidFill>
                <a:effectLst>
                  <a:innerShdw blurRad="63500" dist="50800" dir="18900000">
                    <a:prstClr val="black">
                      <a:alpha val="50000"/>
                    </a:prstClr>
                  </a:innerShdw>
                </a:effectLst>
                <a:latin typeface="Times New Roman" panose="02020603050405020304" pitchFamily="18" charset="0"/>
                <a:cs typeface="Times New Roman" panose="02020603050405020304" pitchFamily="18" charset="0"/>
              </a:rPr>
              <a:t>Tameemuddin</a:t>
            </a:r>
            <a:endParaRPr lang="en-US" sz="1500" dirty="0">
              <a:solidFill>
                <a:schemeClr val="tx1"/>
              </a:solidFill>
              <a:effectLst>
                <a:innerShdw blurRad="63500" dist="50800" dir="18900000">
                  <a:prstClr val="black">
                    <a:alpha val="50000"/>
                  </a:prstClr>
                </a:innerShdw>
              </a:effectLst>
              <a:latin typeface="Times New Roman" panose="02020603050405020304" pitchFamily="18" charset="0"/>
              <a:cs typeface="Times New Roman" panose="02020603050405020304" pitchFamily="18" charset="0"/>
            </a:endParaRPr>
          </a:p>
        </p:txBody>
      </p:sp>
      <p:sp>
        <p:nvSpPr>
          <p:cNvPr id="658" name="TextBox 657"/>
          <p:cNvSpPr txBox="1"/>
          <p:nvPr/>
        </p:nvSpPr>
        <p:spPr>
          <a:xfrm>
            <a:off x="3851679" y="2961335"/>
            <a:ext cx="1450166" cy="369332"/>
          </a:xfrm>
          <a:prstGeom prst="rect">
            <a:avLst/>
          </a:prstGeom>
          <a:noFill/>
        </p:spPr>
        <p:txBody>
          <a:bodyPr wrap="square" rtlCol="0">
            <a:spAutoFit/>
          </a:bodyPr>
          <a:lstStyle/>
          <a:p>
            <a:r>
              <a:rPr lang="en-US" sz="1800" dirty="0">
                <a:solidFill>
                  <a:schemeClr val="tx1"/>
                </a:solidFill>
                <a:latin typeface="Times New Roman" panose="02020603050405020304" pitchFamily="18" charset="0"/>
                <a:cs typeface="Times New Roman" panose="02020603050405020304" pitchFamily="18" charset="0"/>
              </a:rPr>
              <a:t>2103A51353</a:t>
            </a:r>
          </a:p>
        </p:txBody>
      </p:sp>
      <p:sp>
        <p:nvSpPr>
          <p:cNvPr id="659" name="TextBox 658"/>
          <p:cNvSpPr txBox="1"/>
          <p:nvPr/>
        </p:nvSpPr>
        <p:spPr>
          <a:xfrm>
            <a:off x="3889192" y="3407728"/>
            <a:ext cx="1506078" cy="369332"/>
          </a:xfrm>
          <a:prstGeom prst="rect">
            <a:avLst/>
          </a:prstGeom>
          <a:noFill/>
        </p:spPr>
        <p:txBody>
          <a:bodyPr wrap="square" rtlCol="0">
            <a:spAutoFit/>
          </a:bodyPr>
          <a:lstStyle/>
          <a:p>
            <a:r>
              <a:rPr lang="en-US" sz="1800" dirty="0">
                <a:solidFill>
                  <a:schemeClr val="tx1"/>
                </a:solidFill>
                <a:latin typeface="Times New Roman" panose="02020603050405020304" pitchFamily="18" charset="0"/>
                <a:cs typeface="Times New Roman" panose="02020603050405020304" pitchFamily="18" charset="0"/>
              </a:rPr>
              <a:t>2103A51376</a:t>
            </a:r>
          </a:p>
        </p:txBody>
      </p:sp>
      <p:sp>
        <p:nvSpPr>
          <p:cNvPr id="660" name="TextBox 659"/>
          <p:cNvSpPr txBox="1"/>
          <p:nvPr/>
        </p:nvSpPr>
        <p:spPr>
          <a:xfrm>
            <a:off x="3901289" y="3777060"/>
            <a:ext cx="1505672" cy="369332"/>
          </a:xfrm>
          <a:prstGeom prst="rect">
            <a:avLst/>
          </a:prstGeom>
          <a:noFill/>
        </p:spPr>
        <p:txBody>
          <a:bodyPr wrap="square" rtlCol="0">
            <a:spAutoFit/>
          </a:bodyPr>
          <a:lstStyle/>
          <a:p>
            <a:r>
              <a:rPr lang="en-US" sz="1800" dirty="0">
                <a:solidFill>
                  <a:schemeClr val="tx1"/>
                </a:solidFill>
                <a:latin typeface="Times New Roman" panose="02020603050405020304" pitchFamily="18" charset="0"/>
                <a:cs typeface="Times New Roman" panose="02020603050405020304" pitchFamily="18" charset="0"/>
              </a:rPr>
              <a:t>2103A51212</a:t>
            </a:r>
          </a:p>
        </p:txBody>
      </p:sp>
      <p:sp>
        <p:nvSpPr>
          <p:cNvPr id="667" name="Google Shape;346;p32"/>
          <p:cNvSpPr txBox="1">
            <a:spLocks/>
          </p:cNvSpPr>
          <p:nvPr/>
        </p:nvSpPr>
        <p:spPr>
          <a:xfrm>
            <a:off x="846604" y="1775280"/>
            <a:ext cx="2455373" cy="634350"/>
          </a:xfrm>
          <a:prstGeom prst="rect">
            <a:avLst/>
          </a:prstGeom>
          <a:solidFill>
            <a:schemeClr val="bg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600"/>
              <a:buFont typeface="Titillium Web"/>
              <a:buNone/>
              <a:defRPr sz="3600" b="1" i="0" u="none" strike="noStrike" cap="none">
                <a:solidFill>
                  <a:schemeClr val="lt1"/>
                </a:solidFill>
                <a:latin typeface="Titillium Web"/>
                <a:ea typeface="Titillium Web"/>
                <a:cs typeface="Titillium Web"/>
                <a:sym typeface="Titillium Web"/>
              </a:defRPr>
            </a:lvl1pPr>
            <a:lvl2pPr marR="0" lvl="1" algn="l" rtl="0">
              <a:lnSpc>
                <a:spcPct val="100000"/>
              </a:lnSpc>
              <a:spcBef>
                <a:spcPts val="0"/>
              </a:spcBef>
              <a:spcAft>
                <a:spcPts val="0"/>
              </a:spcAft>
              <a:buClr>
                <a:schemeClr val="lt1"/>
              </a:buClr>
              <a:buSzPts val="3600"/>
              <a:buFont typeface="Titillium Web"/>
              <a:buNone/>
              <a:defRPr sz="3600" b="1" i="0" u="none" strike="noStrike" cap="none">
                <a:solidFill>
                  <a:schemeClr val="lt1"/>
                </a:solidFill>
                <a:latin typeface="Titillium Web"/>
                <a:ea typeface="Titillium Web"/>
                <a:cs typeface="Titillium Web"/>
                <a:sym typeface="Titillium Web"/>
              </a:defRPr>
            </a:lvl2pPr>
            <a:lvl3pPr marR="0" lvl="2" algn="l" rtl="0">
              <a:lnSpc>
                <a:spcPct val="100000"/>
              </a:lnSpc>
              <a:spcBef>
                <a:spcPts val="0"/>
              </a:spcBef>
              <a:spcAft>
                <a:spcPts val="0"/>
              </a:spcAft>
              <a:buClr>
                <a:schemeClr val="lt1"/>
              </a:buClr>
              <a:buSzPts val="3600"/>
              <a:buFont typeface="Titillium Web"/>
              <a:buNone/>
              <a:defRPr sz="3600" b="1" i="0" u="none" strike="noStrike" cap="none">
                <a:solidFill>
                  <a:schemeClr val="lt1"/>
                </a:solidFill>
                <a:latin typeface="Titillium Web"/>
                <a:ea typeface="Titillium Web"/>
                <a:cs typeface="Titillium Web"/>
                <a:sym typeface="Titillium Web"/>
              </a:defRPr>
            </a:lvl3pPr>
            <a:lvl4pPr marR="0" lvl="3" algn="l" rtl="0">
              <a:lnSpc>
                <a:spcPct val="100000"/>
              </a:lnSpc>
              <a:spcBef>
                <a:spcPts val="0"/>
              </a:spcBef>
              <a:spcAft>
                <a:spcPts val="0"/>
              </a:spcAft>
              <a:buClr>
                <a:schemeClr val="lt1"/>
              </a:buClr>
              <a:buSzPts val="3600"/>
              <a:buFont typeface="Titillium Web"/>
              <a:buNone/>
              <a:defRPr sz="3600" b="1" i="0" u="none" strike="noStrike" cap="none">
                <a:solidFill>
                  <a:schemeClr val="lt1"/>
                </a:solidFill>
                <a:latin typeface="Titillium Web"/>
                <a:ea typeface="Titillium Web"/>
                <a:cs typeface="Titillium Web"/>
                <a:sym typeface="Titillium Web"/>
              </a:defRPr>
            </a:lvl4pPr>
            <a:lvl5pPr marR="0" lvl="4" algn="l" rtl="0">
              <a:lnSpc>
                <a:spcPct val="100000"/>
              </a:lnSpc>
              <a:spcBef>
                <a:spcPts val="0"/>
              </a:spcBef>
              <a:spcAft>
                <a:spcPts val="0"/>
              </a:spcAft>
              <a:buClr>
                <a:schemeClr val="lt1"/>
              </a:buClr>
              <a:buSzPts val="3600"/>
              <a:buFont typeface="Titillium Web"/>
              <a:buNone/>
              <a:defRPr sz="3600" b="1" i="0" u="none" strike="noStrike" cap="none">
                <a:solidFill>
                  <a:schemeClr val="lt1"/>
                </a:solidFill>
                <a:latin typeface="Titillium Web"/>
                <a:ea typeface="Titillium Web"/>
                <a:cs typeface="Titillium Web"/>
                <a:sym typeface="Titillium Web"/>
              </a:defRPr>
            </a:lvl5pPr>
            <a:lvl6pPr marR="0" lvl="5" algn="l" rtl="0">
              <a:lnSpc>
                <a:spcPct val="100000"/>
              </a:lnSpc>
              <a:spcBef>
                <a:spcPts val="0"/>
              </a:spcBef>
              <a:spcAft>
                <a:spcPts val="0"/>
              </a:spcAft>
              <a:buClr>
                <a:schemeClr val="lt1"/>
              </a:buClr>
              <a:buSzPts val="3600"/>
              <a:buFont typeface="Titillium Web"/>
              <a:buNone/>
              <a:defRPr sz="3600" b="1" i="0" u="none" strike="noStrike" cap="none">
                <a:solidFill>
                  <a:schemeClr val="lt1"/>
                </a:solidFill>
                <a:latin typeface="Titillium Web"/>
                <a:ea typeface="Titillium Web"/>
                <a:cs typeface="Titillium Web"/>
                <a:sym typeface="Titillium Web"/>
              </a:defRPr>
            </a:lvl6pPr>
            <a:lvl7pPr marR="0" lvl="6" algn="l" rtl="0">
              <a:lnSpc>
                <a:spcPct val="100000"/>
              </a:lnSpc>
              <a:spcBef>
                <a:spcPts val="0"/>
              </a:spcBef>
              <a:spcAft>
                <a:spcPts val="0"/>
              </a:spcAft>
              <a:buClr>
                <a:schemeClr val="lt1"/>
              </a:buClr>
              <a:buSzPts val="3600"/>
              <a:buFont typeface="Titillium Web"/>
              <a:buNone/>
              <a:defRPr sz="3600" b="1" i="0" u="none" strike="noStrike" cap="none">
                <a:solidFill>
                  <a:schemeClr val="lt1"/>
                </a:solidFill>
                <a:latin typeface="Titillium Web"/>
                <a:ea typeface="Titillium Web"/>
                <a:cs typeface="Titillium Web"/>
                <a:sym typeface="Titillium Web"/>
              </a:defRPr>
            </a:lvl7pPr>
            <a:lvl8pPr marR="0" lvl="7" algn="l" rtl="0">
              <a:lnSpc>
                <a:spcPct val="100000"/>
              </a:lnSpc>
              <a:spcBef>
                <a:spcPts val="0"/>
              </a:spcBef>
              <a:spcAft>
                <a:spcPts val="0"/>
              </a:spcAft>
              <a:buClr>
                <a:schemeClr val="lt1"/>
              </a:buClr>
              <a:buSzPts val="3600"/>
              <a:buFont typeface="Titillium Web"/>
              <a:buNone/>
              <a:defRPr sz="3600" b="1" i="0" u="none" strike="noStrike" cap="none">
                <a:solidFill>
                  <a:schemeClr val="lt1"/>
                </a:solidFill>
                <a:latin typeface="Titillium Web"/>
                <a:ea typeface="Titillium Web"/>
                <a:cs typeface="Titillium Web"/>
                <a:sym typeface="Titillium Web"/>
              </a:defRPr>
            </a:lvl8pPr>
            <a:lvl9pPr marR="0" lvl="8" algn="l" rtl="0">
              <a:lnSpc>
                <a:spcPct val="100000"/>
              </a:lnSpc>
              <a:spcBef>
                <a:spcPts val="0"/>
              </a:spcBef>
              <a:spcAft>
                <a:spcPts val="0"/>
              </a:spcAft>
              <a:buClr>
                <a:schemeClr val="lt1"/>
              </a:buClr>
              <a:buSzPts val="3600"/>
              <a:buFont typeface="Titillium Web"/>
              <a:buNone/>
              <a:defRPr sz="3600" b="1" i="0" u="none" strike="noStrike" cap="none">
                <a:solidFill>
                  <a:schemeClr val="lt1"/>
                </a:solidFill>
                <a:latin typeface="Titillium Web"/>
                <a:ea typeface="Titillium Web"/>
                <a:cs typeface="Titillium Web"/>
                <a:sym typeface="Titillium Web"/>
              </a:defRPr>
            </a:lvl9pPr>
          </a:lstStyle>
          <a:p>
            <a:pPr>
              <a:spcBef>
                <a:spcPts val="600"/>
              </a:spcBef>
              <a:buClr>
                <a:schemeClr val="dk1"/>
              </a:buClr>
              <a:buSzPts val="1100"/>
              <a:buFont typeface="Arial"/>
              <a:buNone/>
            </a:pPr>
            <a:r>
              <a:rPr lang="en-US" sz="1800" dirty="0">
                <a:solidFill>
                  <a:schemeClr val="tx1"/>
                </a:solidFill>
                <a:latin typeface="Times New Roman" panose="02020603050405020304" pitchFamily="18" charset="0"/>
                <a:cs typeface="Times New Roman" panose="02020603050405020304" pitchFamily="18" charset="0"/>
              </a:rPr>
              <a:t>TEAM MEMBERS : </a:t>
            </a:r>
          </a:p>
        </p:txBody>
      </p:sp>
      <p:sp>
        <p:nvSpPr>
          <p:cNvPr id="672" name="Google Shape;347;p32"/>
          <p:cNvSpPr txBox="1">
            <a:spLocks/>
          </p:cNvSpPr>
          <p:nvPr/>
        </p:nvSpPr>
        <p:spPr>
          <a:xfrm>
            <a:off x="5562600" y="3661006"/>
            <a:ext cx="3505200" cy="939994"/>
          </a:xfrm>
          <a:prstGeom prst="rect">
            <a:avLst/>
          </a:prstGeom>
          <a:solidFill>
            <a:schemeClr val="bg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600"/>
              <a:buFont typeface="Titillium Web"/>
              <a:buNone/>
              <a:defRPr sz="3600" b="1" i="0" u="none" strike="noStrike" cap="none">
                <a:solidFill>
                  <a:schemeClr val="lt1"/>
                </a:solidFill>
                <a:latin typeface="Titillium Web"/>
                <a:ea typeface="Titillium Web"/>
                <a:cs typeface="Titillium Web"/>
                <a:sym typeface="Titillium Web"/>
              </a:defRPr>
            </a:lvl1pPr>
            <a:lvl2pPr marR="0" lvl="1" algn="l" rtl="0">
              <a:lnSpc>
                <a:spcPct val="100000"/>
              </a:lnSpc>
              <a:spcBef>
                <a:spcPts val="0"/>
              </a:spcBef>
              <a:spcAft>
                <a:spcPts val="0"/>
              </a:spcAft>
              <a:buClr>
                <a:schemeClr val="lt1"/>
              </a:buClr>
              <a:buSzPts val="3600"/>
              <a:buFont typeface="Titillium Web"/>
              <a:buNone/>
              <a:defRPr sz="3600" b="1" i="0" u="none" strike="noStrike" cap="none">
                <a:solidFill>
                  <a:schemeClr val="lt1"/>
                </a:solidFill>
                <a:latin typeface="Titillium Web"/>
                <a:ea typeface="Titillium Web"/>
                <a:cs typeface="Titillium Web"/>
                <a:sym typeface="Titillium Web"/>
              </a:defRPr>
            </a:lvl2pPr>
            <a:lvl3pPr marR="0" lvl="2" algn="l" rtl="0">
              <a:lnSpc>
                <a:spcPct val="100000"/>
              </a:lnSpc>
              <a:spcBef>
                <a:spcPts val="0"/>
              </a:spcBef>
              <a:spcAft>
                <a:spcPts val="0"/>
              </a:spcAft>
              <a:buClr>
                <a:schemeClr val="lt1"/>
              </a:buClr>
              <a:buSzPts val="3600"/>
              <a:buFont typeface="Titillium Web"/>
              <a:buNone/>
              <a:defRPr sz="3600" b="1" i="0" u="none" strike="noStrike" cap="none">
                <a:solidFill>
                  <a:schemeClr val="lt1"/>
                </a:solidFill>
                <a:latin typeface="Titillium Web"/>
                <a:ea typeface="Titillium Web"/>
                <a:cs typeface="Titillium Web"/>
                <a:sym typeface="Titillium Web"/>
              </a:defRPr>
            </a:lvl3pPr>
            <a:lvl4pPr marR="0" lvl="3" algn="l" rtl="0">
              <a:lnSpc>
                <a:spcPct val="100000"/>
              </a:lnSpc>
              <a:spcBef>
                <a:spcPts val="0"/>
              </a:spcBef>
              <a:spcAft>
                <a:spcPts val="0"/>
              </a:spcAft>
              <a:buClr>
                <a:schemeClr val="lt1"/>
              </a:buClr>
              <a:buSzPts val="3600"/>
              <a:buFont typeface="Titillium Web"/>
              <a:buNone/>
              <a:defRPr sz="3600" b="1" i="0" u="none" strike="noStrike" cap="none">
                <a:solidFill>
                  <a:schemeClr val="lt1"/>
                </a:solidFill>
                <a:latin typeface="Titillium Web"/>
                <a:ea typeface="Titillium Web"/>
                <a:cs typeface="Titillium Web"/>
                <a:sym typeface="Titillium Web"/>
              </a:defRPr>
            </a:lvl4pPr>
            <a:lvl5pPr marR="0" lvl="4" algn="l" rtl="0">
              <a:lnSpc>
                <a:spcPct val="100000"/>
              </a:lnSpc>
              <a:spcBef>
                <a:spcPts val="0"/>
              </a:spcBef>
              <a:spcAft>
                <a:spcPts val="0"/>
              </a:spcAft>
              <a:buClr>
                <a:schemeClr val="lt1"/>
              </a:buClr>
              <a:buSzPts val="3600"/>
              <a:buFont typeface="Titillium Web"/>
              <a:buNone/>
              <a:defRPr sz="3600" b="1" i="0" u="none" strike="noStrike" cap="none">
                <a:solidFill>
                  <a:schemeClr val="lt1"/>
                </a:solidFill>
                <a:latin typeface="Titillium Web"/>
                <a:ea typeface="Titillium Web"/>
                <a:cs typeface="Titillium Web"/>
                <a:sym typeface="Titillium Web"/>
              </a:defRPr>
            </a:lvl5pPr>
            <a:lvl6pPr marR="0" lvl="5" algn="l" rtl="0">
              <a:lnSpc>
                <a:spcPct val="100000"/>
              </a:lnSpc>
              <a:spcBef>
                <a:spcPts val="0"/>
              </a:spcBef>
              <a:spcAft>
                <a:spcPts val="0"/>
              </a:spcAft>
              <a:buClr>
                <a:schemeClr val="lt1"/>
              </a:buClr>
              <a:buSzPts val="3600"/>
              <a:buFont typeface="Titillium Web"/>
              <a:buNone/>
              <a:defRPr sz="3600" b="1" i="0" u="none" strike="noStrike" cap="none">
                <a:solidFill>
                  <a:schemeClr val="lt1"/>
                </a:solidFill>
                <a:latin typeface="Titillium Web"/>
                <a:ea typeface="Titillium Web"/>
                <a:cs typeface="Titillium Web"/>
                <a:sym typeface="Titillium Web"/>
              </a:defRPr>
            </a:lvl6pPr>
            <a:lvl7pPr marR="0" lvl="6" algn="l" rtl="0">
              <a:lnSpc>
                <a:spcPct val="100000"/>
              </a:lnSpc>
              <a:spcBef>
                <a:spcPts val="0"/>
              </a:spcBef>
              <a:spcAft>
                <a:spcPts val="0"/>
              </a:spcAft>
              <a:buClr>
                <a:schemeClr val="lt1"/>
              </a:buClr>
              <a:buSzPts val="3600"/>
              <a:buFont typeface="Titillium Web"/>
              <a:buNone/>
              <a:defRPr sz="3600" b="1" i="0" u="none" strike="noStrike" cap="none">
                <a:solidFill>
                  <a:schemeClr val="lt1"/>
                </a:solidFill>
                <a:latin typeface="Titillium Web"/>
                <a:ea typeface="Titillium Web"/>
                <a:cs typeface="Titillium Web"/>
                <a:sym typeface="Titillium Web"/>
              </a:defRPr>
            </a:lvl7pPr>
            <a:lvl8pPr marR="0" lvl="7" algn="l" rtl="0">
              <a:lnSpc>
                <a:spcPct val="100000"/>
              </a:lnSpc>
              <a:spcBef>
                <a:spcPts val="0"/>
              </a:spcBef>
              <a:spcAft>
                <a:spcPts val="0"/>
              </a:spcAft>
              <a:buClr>
                <a:schemeClr val="lt1"/>
              </a:buClr>
              <a:buSzPts val="3600"/>
              <a:buFont typeface="Titillium Web"/>
              <a:buNone/>
              <a:defRPr sz="3600" b="1" i="0" u="none" strike="noStrike" cap="none">
                <a:solidFill>
                  <a:schemeClr val="lt1"/>
                </a:solidFill>
                <a:latin typeface="Titillium Web"/>
                <a:ea typeface="Titillium Web"/>
                <a:cs typeface="Titillium Web"/>
                <a:sym typeface="Titillium Web"/>
              </a:defRPr>
            </a:lvl8pPr>
            <a:lvl9pPr marR="0" lvl="8" algn="l" rtl="0">
              <a:lnSpc>
                <a:spcPct val="100000"/>
              </a:lnSpc>
              <a:spcBef>
                <a:spcPts val="0"/>
              </a:spcBef>
              <a:spcAft>
                <a:spcPts val="0"/>
              </a:spcAft>
              <a:buClr>
                <a:schemeClr val="lt1"/>
              </a:buClr>
              <a:buSzPts val="3600"/>
              <a:buFont typeface="Titillium Web"/>
              <a:buNone/>
              <a:defRPr sz="3600" b="1" i="0" u="none" strike="noStrike" cap="none">
                <a:solidFill>
                  <a:schemeClr val="lt1"/>
                </a:solidFill>
                <a:latin typeface="Titillium Web"/>
                <a:ea typeface="Titillium Web"/>
                <a:cs typeface="Titillium Web"/>
                <a:sym typeface="Titillium Web"/>
              </a:defRPr>
            </a:lvl9pPr>
          </a:lstStyle>
          <a:p>
            <a:pPr>
              <a:buClr>
                <a:schemeClr val="dk1"/>
              </a:buClr>
              <a:buSzPts val="1100"/>
              <a:buFont typeface="Arial"/>
              <a:buNone/>
            </a:pPr>
            <a:r>
              <a:rPr lang="en-US" sz="2000" dirty="0">
                <a:solidFill>
                  <a:schemeClr val="tx1"/>
                </a:solidFill>
                <a:latin typeface="Times New Roman" panose="02020603050405020304" pitchFamily="18" charset="0"/>
                <a:cs typeface="Times New Roman" panose="02020603050405020304" pitchFamily="18" charset="0"/>
              </a:rPr>
              <a:t>GUIDE :</a:t>
            </a:r>
          </a:p>
          <a:p>
            <a:pPr>
              <a:buClr>
                <a:schemeClr val="dk1"/>
              </a:buClr>
              <a:buSzPts val="1100"/>
            </a:pPr>
            <a:r>
              <a:rPr lang="en-US" sz="1800" b="0" dirty="0">
                <a:solidFill>
                  <a:schemeClr val="tx1"/>
                </a:solidFill>
                <a:latin typeface="Times New Roman" panose="02020603050405020304" pitchFamily="18" charset="0"/>
                <a:cs typeface="Times New Roman" panose="02020603050405020304" pitchFamily="18" charset="0"/>
              </a:rPr>
              <a:t>Syed Nawaz Pasha</a:t>
            </a:r>
          </a:p>
        </p:txBody>
      </p:sp>
      <p:sp>
        <p:nvSpPr>
          <p:cNvPr id="675" name="Google Shape;833;p21"/>
          <p:cNvSpPr/>
          <p:nvPr/>
        </p:nvSpPr>
        <p:spPr>
          <a:xfrm>
            <a:off x="4689618" y="295247"/>
            <a:ext cx="194803" cy="186077"/>
          </a:xfrm>
          <a:custGeom>
            <a:avLst/>
            <a:gdLst/>
            <a:ahLst/>
            <a:cxnLst/>
            <a:rect l="l" t="t" r="r" b="b"/>
            <a:pathLst>
              <a:path w="15101" h="14419" fill="none" extrusionOk="0">
                <a:moveTo>
                  <a:pt x="7234" y="293"/>
                </a:moveTo>
                <a:lnTo>
                  <a:pt x="7234" y="293"/>
                </a:lnTo>
                <a:lnTo>
                  <a:pt x="7307" y="171"/>
                </a:lnTo>
                <a:lnTo>
                  <a:pt x="7380" y="74"/>
                </a:lnTo>
                <a:lnTo>
                  <a:pt x="7477" y="25"/>
                </a:lnTo>
                <a:lnTo>
                  <a:pt x="7550" y="1"/>
                </a:lnTo>
                <a:lnTo>
                  <a:pt x="7623" y="25"/>
                </a:lnTo>
                <a:lnTo>
                  <a:pt x="7721" y="74"/>
                </a:lnTo>
                <a:lnTo>
                  <a:pt x="7794" y="171"/>
                </a:lnTo>
                <a:lnTo>
                  <a:pt x="7867" y="293"/>
                </a:lnTo>
                <a:lnTo>
                  <a:pt x="9523" y="4092"/>
                </a:lnTo>
                <a:lnTo>
                  <a:pt x="9523" y="4092"/>
                </a:lnTo>
                <a:lnTo>
                  <a:pt x="9596" y="4214"/>
                </a:lnTo>
                <a:lnTo>
                  <a:pt x="9718" y="4360"/>
                </a:lnTo>
                <a:lnTo>
                  <a:pt x="9840" y="4482"/>
                </a:lnTo>
                <a:lnTo>
                  <a:pt x="9986" y="4604"/>
                </a:lnTo>
                <a:lnTo>
                  <a:pt x="10132" y="4701"/>
                </a:lnTo>
                <a:lnTo>
                  <a:pt x="10302" y="4774"/>
                </a:lnTo>
                <a:lnTo>
                  <a:pt x="10449" y="4847"/>
                </a:lnTo>
                <a:lnTo>
                  <a:pt x="10619" y="4872"/>
                </a:lnTo>
                <a:lnTo>
                  <a:pt x="14711" y="5286"/>
                </a:lnTo>
                <a:lnTo>
                  <a:pt x="14711" y="5286"/>
                </a:lnTo>
                <a:lnTo>
                  <a:pt x="14857" y="5310"/>
                </a:lnTo>
                <a:lnTo>
                  <a:pt x="14979" y="5359"/>
                </a:lnTo>
                <a:lnTo>
                  <a:pt x="15052" y="5407"/>
                </a:lnTo>
                <a:lnTo>
                  <a:pt x="15100" y="5505"/>
                </a:lnTo>
                <a:lnTo>
                  <a:pt x="15100" y="5578"/>
                </a:lnTo>
                <a:lnTo>
                  <a:pt x="15076" y="5675"/>
                </a:lnTo>
                <a:lnTo>
                  <a:pt x="15027" y="5773"/>
                </a:lnTo>
                <a:lnTo>
                  <a:pt x="14906" y="5895"/>
                </a:lnTo>
                <a:lnTo>
                  <a:pt x="11837" y="8622"/>
                </a:lnTo>
                <a:lnTo>
                  <a:pt x="11837" y="8622"/>
                </a:lnTo>
                <a:lnTo>
                  <a:pt x="11715" y="8744"/>
                </a:lnTo>
                <a:lnTo>
                  <a:pt x="11618" y="8890"/>
                </a:lnTo>
                <a:lnTo>
                  <a:pt x="11545" y="9061"/>
                </a:lnTo>
                <a:lnTo>
                  <a:pt x="11472" y="9231"/>
                </a:lnTo>
                <a:lnTo>
                  <a:pt x="11423" y="9402"/>
                </a:lnTo>
                <a:lnTo>
                  <a:pt x="11398" y="9572"/>
                </a:lnTo>
                <a:lnTo>
                  <a:pt x="11398" y="9743"/>
                </a:lnTo>
                <a:lnTo>
                  <a:pt x="11423" y="9913"/>
                </a:lnTo>
                <a:lnTo>
                  <a:pt x="12300" y="13956"/>
                </a:lnTo>
                <a:lnTo>
                  <a:pt x="12300" y="13956"/>
                </a:lnTo>
                <a:lnTo>
                  <a:pt x="12324" y="14102"/>
                </a:lnTo>
                <a:lnTo>
                  <a:pt x="12300" y="14200"/>
                </a:lnTo>
                <a:lnTo>
                  <a:pt x="12275" y="14297"/>
                </a:lnTo>
                <a:lnTo>
                  <a:pt x="12227" y="14370"/>
                </a:lnTo>
                <a:lnTo>
                  <a:pt x="12129" y="14394"/>
                </a:lnTo>
                <a:lnTo>
                  <a:pt x="12032" y="14419"/>
                </a:lnTo>
                <a:lnTo>
                  <a:pt x="11910" y="14370"/>
                </a:lnTo>
                <a:lnTo>
                  <a:pt x="11788" y="14321"/>
                </a:lnTo>
                <a:lnTo>
                  <a:pt x="8232" y="12227"/>
                </a:lnTo>
                <a:lnTo>
                  <a:pt x="8232" y="12227"/>
                </a:lnTo>
                <a:lnTo>
                  <a:pt x="8086" y="12154"/>
                </a:lnTo>
                <a:lnTo>
                  <a:pt x="7916" y="12105"/>
                </a:lnTo>
                <a:lnTo>
                  <a:pt x="7721" y="12081"/>
                </a:lnTo>
                <a:lnTo>
                  <a:pt x="7550" y="12081"/>
                </a:lnTo>
                <a:lnTo>
                  <a:pt x="7380" y="12081"/>
                </a:lnTo>
                <a:lnTo>
                  <a:pt x="7185" y="12105"/>
                </a:lnTo>
                <a:lnTo>
                  <a:pt x="7015" y="12154"/>
                </a:lnTo>
                <a:lnTo>
                  <a:pt x="6868" y="12227"/>
                </a:lnTo>
                <a:lnTo>
                  <a:pt x="3313" y="14321"/>
                </a:lnTo>
                <a:lnTo>
                  <a:pt x="3313" y="14321"/>
                </a:lnTo>
                <a:lnTo>
                  <a:pt x="3191" y="14370"/>
                </a:lnTo>
                <a:lnTo>
                  <a:pt x="3069" y="14419"/>
                </a:lnTo>
                <a:lnTo>
                  <a:pt x="2972" y="14394"/>
                </a:lnTo>
                <a:lnTo>
                  <a:pt x="2874" y="14370"/>
                </a:lnTo>
                <a:lnTo>
                  <a:pt x="2826" y="14297"/>
                </a:lnTo>
                <a:lnTo>
                  <a:pt x="2801" y="14200"/>
                </a:lnTo>
                <a:lnTo>
                  <a:pt x="2777" y="14102"/>
                </a:lnTo>
                <a:lnTo>
                  <a:pt x="2801" y="13956"/>
                </a:lnTo>
                <a:lnTo>
                  <a:pt x="3678" y="9913"/>
                </a:lnTo>
                <a:lnTo>
                  <a:pt x="3678" y="9913"/>
                </a:lnTo>
                <a:lnTo>
                  <a:pt x="3702" y="9743"/>
                </a:lnTo>
                <a:lnTo>
                  <a:pt x="3702" y="9572"/>
                </a:lnTo>
                <a:lnTo>
                  <a:pt x="3678" y="9402"/>
                </a:lnTo>
                <a:lnTo>
                  <a:pt x="3629" y="9231"/>
                </a:lnTo>
                <a:lnTo>
                  <a:pt x="3556" y="9061"/>
                </a:lnTo>
                <a:lnTo>
                  <a:pt x="3483" y="8890"/>
                </a:lnTo>
                <a:lnTo>
                  <a:pt x="3386" y="8744"/>
                </a:lnTo>
                <a:lnTo>
                  <a:pt x="3264" y="8622"/>
                </a:lnTo>
                <a:lnTo>
                  <a:pt x="195" y="5895"/>
                </a:lnTo>
                <a:lnTo>
                  <a:pt x="195" y="5895"/>
                </a:lnTo>
                <a:lnTo>
                  <a:pt x="73" y="5773"/>
                </a:lnTo>
                <a:lnTo>
                  <a:pt x="25" y="5675"/>
                </a:lnTo>
                <a:lnTo>
                  <a:pt x="0" y="5578"/>
                </a:lnTo>
                <a:lnTo>
                  <a:pt x="0" y="5505"/>
                </a:lnTo>
                <a:lnTo>
                  <a:pt x="49" y="5407"/>
                </a:lnTo>
                <a:lnTo>
                  <a:pt x="122" y="5359"/>
                </a:lnTo>
                <a:lnTo>
                  <a:pt x="244" y="5310"/>
                </a:lnTo>
                <a:lnTo>
                  <a:pt x="390" y="5286"/>
                </a:lnTo>
                <a:lnTo>
                  <a:pt x="4482" y="4872"/>
                </a:lnTo>
                <a:lnTo>
                  <a:pt x="4482" y="4872"/>
                </a:lnTo>
                <a:lnTo>
                  <a:pt x="4652" y="4847"/>
                </a:lnTo>
                <a:lnTo>
                  <a:pt x="4798" y="4774"/>
                </a:lnTo>
                <a:lnTo>
                  <a:pt x="4969" y="4701"/>
                </a:lnTo>
                <a:lnTo>
                  <a:pt x="5115" y="4604"/>
                </a:lnTo>
                <a:lnTo>
                  <a:pt x="5261" y="4482"/>
                </a:lnTo>
                <a:lnTo>
                  <a:pt x="5383" y="4360"/>
                </a:lnTo>
                <a:lnTo>
                  <a:pt x="5505" y="4214"/>
                </a:lnTo>
                <a:lnTo>
                  <a:pt x="5578" y="4092"/>
                </a:lnTo>
                <a:lnTo>
                  <a:pt x="7234" y="293"/>
                </a:lnTo>
                <a:close/>
              </a:path>
            </a:pathLst>
          </a:custGeom>
          <a:noFill/>
          <a:ln w="1905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84012424-4FC5-1DA9-431E-4CB216CA9778}"/>
              </a:ext>
            </a:extLst>
          </p:cNvPr>
          <p:cNvPicPr>
            <a:picLocks noChangeAspect="1"/>
          </p:cNvPicPr>
          <p:nvPr/>
        </p:nvPicPr>
        <p:blipFill>
          <a:blip r:embed="rId3"/>
          <a:srcRect/>
          <a:stretch>
            <a:fillRect/>
          </a:stretch>
        </p:blipFill>
        <p:spPr bwMode="auto">
          <a:xfrm>
            <a:off x="6113391" y="137648"/>
            <a:ext cx="2403618" cy="822960"/>
          </a:xfrm>
          <a:prstGeom prst="rect">
            <a:avLst/>
          </a:prstGeom>
          <a:noFill/>
          <a:ln w="9525">
            <a:noFill/>
            <a:miter lim="800000"/>
            <a:headEnd/>
            <a:tailEnd/>
          </a:ln>
        </p:spPr>
      </p:pic>
    </p:spTree>
  </p:cSld>
  <p:clrMapOvr>
    <a:masterClrMapping/>
  </p:clrMapOvr>
  <p:transition advTm="1066">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284B9-7B97-4C77-8B5E-D11A36F30046}"/>
              </a:ext>
            </a:extLst>
          </p:cNvPr>
          <p:cNvSpPr>
            <a:spLocks noGrp="1"/>
          </p:cNvSpPr>
          <p:nvPr>
            <p:ph type="title"/>
          </p:nvPr>
        </p:nvSpPr>
        <p:spPr/>
        <p:txBody>
          <a:bodyPr/>
          <a:lstStyle/>
          <a:p>
            <a:r>
              <a:rPr lang="en-US" sz="3200" dirty="0">
                <a:latin typeface="Times New Roman" panose="02020603050405020304" pitchFamily="18" charset="0"/>
                <a:cs typeface="Times New Roman" panose="02020603050405020304" pitchFamily="18" charset="0"/>
              </a:rPr>
              <a:t>PRESENTATION FLOW</a:t>
            </a:r>
            <a:endParaRPr lang="en-IN" sz="32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050309F7-AC16-453C-AA11-5DAB928213F2}"/>
              </a:ext>
            </a:extLst>
          </p:cNvPr>
          <p:cNvSpPr>
            <a:spLocks noGrp="1"/>
          </p:cNvSpPr>
          <p:nvPr>
            <p:ph type="body" idx="1"/>
          </p:nvPr>
        </p:nvSpPr>
        <p:spPr>
          <a:xfrm>
            <a:off x="990600" y="1318000"/>
            <a:ext cx="6650700" cy="2886000"/>
          </a:xfrm>
        </p:spPr>
        <p:txBody>
          <a:bodyPr/>
          <a:lstStyle/>
          <a:p>
            <a:r>
              <a:rPr lang="en-US" sz="1800" dirty="0">
                <a:latin typeface="Times New Roman" panose="02020603050405020304" pitchFamily="18" charset="0"/>
                <a:cs typeface="Times New Roman" panose="02020603050405020304" pitchFamily="18" charset="0"/>
              </a:rPr>
              <a:t>Introduction</a:t>
            </a:r>
          </a:p>
          <a:p>
            <a:r>
              <a:rPr lang="en-US" sz="1800" dirty="0">
                <a:latin typeface="Times New Roman" panose="02020603050405020304" pitchFamily="18" charset="0"/>
                <a:cs typeface="Times New Roman" panose="02020603050405020304" pitchFamily="18" charset="0"/>
              </a:rPr>
              <a:t>Drawbacks from Literature Review</a:t>
            </a:r>
          </a:p>
          <a:p>
            <a:r>
              <a:rPr lang="en-US" sz="1800" dirty="0">
                <a:latin typeface="Times New Roman" panose="02020603050405020304" pitchFamily="18" charset="0"/>
                <a:cs typeface="Times New Roman" panose="02020603050405020304" pitchFamily="18" charset="0"/>
              </a:rPr>
              <a:t>Objectives</a:t>
            </a:r>
          </a:p>
          <a:p>
            <a:r>
              <a:rPr lang="en-US" sz="1800" dirty="0">
                <a:latin typeface="Times New Roman" panose="02020603050405020304" pitchFamily="18" charset="0"/>
                <a:cs typeface="Times New Roman" panose="02020603050405020304" pitchFamily="18" charset="0"/>
              </a:rPr>
              <a:t>System Architecture</a:t>
            </a:r>
          </a:p>
          <a:p>
            <a:r>
              <a:rPr lang="en-US" sz="1800" dirty="0">
                <a:latin typeface="Times New Roman" panose="02020603050405020304" pitchFamily="18" charset="0"/>
                <a:cs typeface="Times New Roman" panose="02020603050405020304" pitchFamily="18" charset="0"/>
              </a:rPr>
              <a:t>Methodology</a:t>
            </a:r>
          </a:p>
          <a:p>
            <a:r>
              <a:rPr lang="en-US" sz="1800" dirty="0">
                <a:latin typeface="Times New Roman" panose="02020603050405020304" pitchFamily="18" charset="0"/>
                <a:cs typeface="Times New Roman" panose="02020603050405020304" pitchFamily="18" charset="0"/>
              </a:rPr>
              <a:t>Flow Chart </a:t>
            </a:r>
          </a:p>
          <a:p>
            <a:r>
              <a:rPr lang="en-US" sz="1800" dirty="0">
                <a:latin typeface="Times New Roman" panose="02020603050405020304" pitchFamily="18" charset="0"/>
                <a:cs typeface="Times New Roman" panose="02020603050405020304" pitchFamily="18" charset="0"/>
              </a:rPr>
              <a:t>Results</a:t>
            </a:r>
          </a:p>
          <a:p>
            <a:r>
              <a:rPr lang="en-US" sz="1800" dirty="0">
                <a:latin typeface="Times New Roman" panose="02020603050405020304" pitchFamily="18" charset="0"/>
                <a:cs typeface="Times New Roman" panose="02020603050405020304" pitchFamily="18" charset="0"/>
              </a:rPr>
              <a:t>Conclusion &amp; Future Scope</a:t>
            </a:r>
          </a:p>
          <a:p>
            <a:r>
              <a:rPr lang="en-US" sz="1800" dirty="0">
                <a:latin typeface="Times New Roman" panose="02020603050405020304" pitchFamily="18" charset="0"/>
                <a:cs typeface="Times New Roman" panose="02020603050405020304" pitchFamily="18" charset="0"/>
              </a:rPr>
              <a:t>Paper Published </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1CDA1021-2237-44D8-8109-777344E89E0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latin typeface="Times New Roman" panose="02020603050405020304" pitchFamily="18" charset="0"/>
                <a:cs typeface="Times New Roman" panose="02020603050405020304" pitchFamily="18" charset="0"/>
              </a:rPr>
              <a:t>3</a:t>
            </a:fld>
            <a:endParaRPr lang="e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1074042"/>
      </p:ext>
    </p:extLst>
  </p:cSld>
  <p:clrMapOvr>
    <a:masterClrMapping/>
  </p:clrMapOvr>
  <p:transition advTm="3581">
    <p:fade thruBlk="1"/>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alpha val="0"/>
          </a:schemeClr>
        </a:solidFill>
        <a:effectLst/>
      </p:bgPr>
    </p:bg>
    <p:spTree>
      <p:nvGrpSpPr>
        <p:cNvPr id="1" name="Shape 67"/>
        <p:cNvGrpSpPr/>
        <p:nvPr/>
      </p:nvGrpSpPr>
      <p:grpSpPr>
        <a:xfrm>
          <a:off x="0" y="0"/>
          <a:ext cx="0" cy="0"/>
          <a:chOff x="0" y="0"/>
          <a:chExt cx="0" cy="0"/>
        </a:xfrm>
      </p:grpSpPr>
      <p:sp>
        <p:nvSpPr>
          <p:cNvPr id="70" name="Google Shape;70;p13"/>
          <p:cNvSpPr txBox="1">
            <a:spLocks noGrp="1"/>
          </p:cNvSpPr>
          <p:nvPr>
            <p:ph type="sldNum" sz="quarter" idx="12"/>
          </p:nvPr>
        </p:nvSpPr>
        <p:spPr>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4</a:t>
            </a:fld>
            <a:endParaRPr/>
          </a:p>
        </p:txBody>
      </p:sp>
      <p:sp>
        <p:nvSpPr>
          <p:cNvPr id="68" name="Google Shape;68;p13"/>
          <p:cNvSpPr txBox="1">
            <a:spLocks noGrp="1"/>
          </p:cNvSpPr>
          <p:nvPr>
            <p:ph type="ctrTitle" idx="4294967295"/>
          </p:nvPr>
        </p:nvSpPr>
        <p:spPr>
          <a:xfrm>
            <a:off x="76200" y="388144"/>
            <a:ext cx="4360863" cy="609600"/>
          </a:xfrm>
          <a:prstGeom prst="rect">
            <a:avLst/>
          </a:prstGeom>
        </p:spPr>
        <p:txBody>
          <a:bodyPr spcFirstLastPara="1" wrap="square" lIns="0" tIns="0" rIns="0" bIns="0" anchor="b" anchorCtr="0">
            <a:noAutofit/>
          </a:bodyPr>
          <a:lstStyle/>
          <a:p>
            <a:pPr marL="0" lvl="0" indent="0" algn="ctr" rtl="0">
              <a:spcBef>
                <a:spcPts val="0"/>
              </a:spcBef>
              <a:spcAft>
                <a:spcPts val="0"/>
              </a:spcAft>
              <a:buNone/>
            </a:pPr>
            <a:r>
              <a:rPr lang="en-US" sz="3200" b="1" dirty="0">
                <a:solidFill>
                  <a:schemeClr val="tx1"/>
                </a:solidFill>
                <a:latin typeface="Times New Roman" panose="02020603050405020304" pitchFamily="18" charset="0"/>
                <a:cs typeface="Times New Roman" panose="02020603050405020304" pitchFamily="18" charset="0"/>
              </a:rPr>
              <a:t>INTRODUCTION</a:t>
            </a:r>
            <a:endParaRPr sz="3200" b="1" dirty="0">
              <a:solidFill>
                <a:schemeClr val="tx1"/>
              </a:solidFill>
              <a:latin typeface="Times New Roman" panose="02020603050405020304" pitchFamily="18" charset="0"/>
              <a:cs typeface="Times New Roman" panose="02020603050405020304" pitchFamily="18" charset="0"/>
            </a:endParaRPr>
          </a:p>
        </p:txBody>
      </p:sp>
      <p:sp>
        <p:nvSpPr>
          <p:cNvPr id="69" name="Google Shape;69;p13"/>
          <p:cNvSpPr txBox="1">
            <a:spLocks noGrp="1"/>
          </p:cNvSpPr>
          <p:nvPr>
            <p:ph type="subTitle" idx="4294967295"/>
          </p:nvPr>
        </p:nvSpPr>
        <p:spPr>
          <a:xfrm>
            <a:off x="1143000" y="971550"/>
            <a:ext cx="7315200" cy="3578225"/>
          </a:xfrm>
          <a:prstGeom prst="rect">
            <a:avLst/>
          </a:prstGeom>
        </p:spPr>
        <p:txBody>
          <a:bodyPr spcFirstLastPara="1" wrap="square" lIns="0" tIns="0" rIns="0" bIns="0" anchor="t" anchorCtr="0">
            <a:noAutofit/>
          </a:bodyPr>
          <a:lstStyle/>
          <a:p>
            <a:pPr>
              <a:buClr>
                <a:schemeClr val="tx2">
                  <a:lumMod val="10000"/>
                </a:schemeClr>
              </a:buClr>
              <a:buFont typeface="Wingdings" pitchFamily="2" charset="2"/>
              <a:buChar char="q"/>
            </a:pPr>
            <a:r>
              <a:rPr lang="en-IN" sz="1650" dirty="0">
                <a:solidFill>
                  <a:schemeClr val="tx1"/>
                </a:solidFill>
                <a:latin typeface="Times New Roman" pitchFamily="18" charset="0"/>
                <a:cs typeface="Times New Roman" pitchFamily="18" charset="0"/>
              </a:rPr>
              <a:t>Obesity becoming a major health concern in many parts of the world, high calorie food intake can be harmful and result in obesity. </a:t>
            </a:r>
          </a:p>
          <a:p>
            <a:pPr>
              <a:buClr>
                <a:schemeClr val="tx2">
                  <a:lumMod val="10000"/>
                </a:schemeClr>
              </a:buClr>
              <a:buFont typeface="Wingdings" pitchFamily="2" charset="2"/>
              <a:buChar char="q"/>
            </a:pPr>
            <a:r>
              <a:rPr lang="en-IN" sz="1650" dirty="0">
                <a:solidFill>
                  <a:schemeClr val="tx1"/>
                </a:solidFill>
                <a:latin typeface="Times New Roman" pitchFamily="18" charset="0"/>
                <a:cs typeface="Times New Roman" pitchFamily="18" charset="0"/>
              </a:rPr>
              <a:t>It causes the health problems such as heart diseases, diabetes, blood pressure and cancer.</a:t>
            </a:r>
            <a:endParaRPr lang="en-US" sz="1650" dirty="0">
              <a:solidFill>
                <a:schemeClr val="tx1"/>
              </a:solidFill>
              <a:latin typeface="Times New Roman" pitchFamily="18" charset="0"/>
              <a:cs typeface="Times New Roman" pitchFamily="18" charset="0"/>
            </a:endParaRPr>
          </a:p>
          <a:p>
            <a:pPr>
              <a:buClr>
                <a:schemeClr val="tx2">
                  <a:lumMod val="10000"/>
                </a:schemeClr>
              </a:buClr>
              <a:buFont typeface="Wingdings" pitchFamily="2" charset="2"/>
              <a:buChar char="q"/>
            </a:pPr>
            <a:r>
              <a:rPr lang="en-IN" sz="1650" dirty="0">
                <a:solidFill>
                  <a:schemeClr val="tx1"/>
                </a:solidFill>
                <a:latin typeface="Times New Roman" pitchFamily="18" charset="0"/>
                <a:cs typeface="Times New Roman" pitchFamily="18" charset="0"/>
              </a:rPr>
              <a:t>To avoid these problems ,food journaling has become popular to help people keep track of how much calorie they should consume in a particular time.</a:t>
            </a:r>
          </a:p>
          <a:p>
            <a:pPr>
              <a:buClr>
                <a:schemeClr val="tx2">
                  <a:lumMod val="10000"/>
                </a:schemeClr>
              </a:buClr>
              <a:buFont typeface="Wingdings" pitchFamily="2" charset="2"/>
              <a:buChar char="q"/>
            </a:pPr>
            <a:r>
              <a:rPr lang="en-IN" sz="1650" dirty="0">
                <a:solidFill>
                  <a:schemeClr val="tx1"/>
                </a:solidFill>
                <a:latin typeface="Times New Roman" pitchFamily="18" charset="0"/>
                <a:cs typeface="Times New Roman" pitchFamily="18" charset="0"/>
              </a:rPr>
              <a:t>Food detection and calorie estimation can be done in a digital way by taking a snap of photo.</a:t>
            </a:r>
          </a:p>
          <a:p>
            <a:pPr>
              <a:buClr>
                <a:schemeClr val="tx2">
                  <a:lumMod val="10000"/>
                </a:schemeClr>
              </a:buClr>
              <a:buFont typeface="Wingdings" pitchFamily="2" charset="2"/>
              <a:buChar char="q"/>
            </a:pPr>
            <a:r>
              <a:rPr lang="en-IN" sz="1650" dirty="0">
                <a:solidFill>
                  <a:schemeClr val="tx1"/>
                </a:solidFill>
                <a:latin typeface="Times New Roman" pitchFamily="18" charset="0"/>
                <a:cs typeface="Times New Roman" pitchFamily="18" charset="0"/>
              </a:rPr>
              <a:t>The food is recognized by going through the fundamental steps in image processing</a:t>
            </a:r>
          </a:p>
          <a:p>
            <a:pPr>
              <a:buClr>
                <a:schemeClr val="tx2">
                  <a:lumMod val="10000"/>
                </a:schemeClr>
              </a:buClr>
              <a:buFont typeface="Wingdings" pitchFamily="2" charset="2"/>
              <a:buChar char="q"/>
            </a:pPr>
            <a:r>
              <a:rPr lang="en-IN" sz="1650" dirty="0">
                <a:solidFill>
                  <a:schemeClr val="tx1"/>
                </a:solidFill>
                <a:latin typeface="Times New Roman" pitchFamily="18" charset="0"/>
                <a:cs typeface="Times New Roman" pitchFamily="18" charset="0"/>
              </a:rPr>
              <a:t>Here we train the model which can look at the food image and estimate the calorie and fat content of food item.</a:t>
            </a:r>
          </a:p>
          <a:p>
            <a:pPr marL="76200" indent="0">
              <a:lnSpc>
                <a:spcPct val="150000"/>
              </a:lnSpc>
              <a:buNone/>
            </a:pPr>
            <a:endParaRPr lang="en-US" sz="1650" b="1" dirty="0">
              <a:latin typeface="Barlow Light" panose="00000400000000000000" pitchFamily="2" charset="0"/>
            </a:endParaRPr>
          </a:p>
        </p:txBody>
      </p:sp>
    </p:spTree>
  </p:cSld>
  <p:clrMapOvr>
    <a:masterClrMapping/>
  </p:clrMapOvr>
  <p:transition advTm="9066">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14B70-2CBF-44BF-9CFD-1FCAE98597C3}"/>
              </a:ext>
            </a:extLst>
          </p:cNvPr>
          <p:cNvSpPr>
            <a:spLocks noGrp="1"/>
          </p:cNvSpPr>
          <p:nvPr>
            <p:ph type="title"/>
          </p:nvPr>
        </p:nvSpPr>
        <p:spPr>
          <a:xfrm>
            <a:off x="533400" y="331612"/>
            <a:ext cx="7843200" cy="653700"/>
          </a:xfrm>
        </p:spPr>
        <p:txBody>
          <a:bodyPr/>
          <a:lstStyle/>
          <a:p>
            <a:r>
              <a:rPr lang="en-US" sz="3200" b="1" dirty="0">
                <a:latin typeface="Times New Roman" panose="02020603050405020304" pitchFamily="18" charset="0"/>
                <a:cs typeface="Times New Roman" panose="02020603050405020304" pitchFamily="18" charset="0"/>
              </a:rPr>
              <a:t>Literature Review</a:t>
            </a:r>
            <a:endParaRPr lang="en-IN" sz="32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5C120202-6F7D-49DB-8187-022775639502}"/>
              </a:ext>
            </a:extLst>
          </p:cNvPr>
          <p:cNvSpPr>
            <a:spLocks noGrp="1"/>
          </p:cNvSpPr>
          <p:nvPr>
            <p:ph type="body" idx="1"/>
          </p:nvPr>
        </p:nvSpPr>
        <p:spPr>
          <a:xfrm>
            <a:off x="661100" y="1328719"/>
            <a:ext cx="7843154" cy="2886000"/>
          </a:xfrm>
        </p:spPr>
        <p:txBody>
          <a:bodyPr/>
          <a:lstStyle/>
          <a:p>
            <a:pPr marL="76200" indent="0">
              <a:buNone/>
            </a:pPr>
            <a:endParaRPr lang="en-IN" dirty="0"/>
          </a:p>
        </p:txBody>
      </p:sp>
      <p:sp>
        <p:nvSpPr>
          <p:cNvPr id="4" name="Slide Number Placeholder 3">
            <a:extLst>
              <a:ext uri="{FF2B5EF4-FFF2-40B4-BE49-F238E27FC236}">
                <a16:creationId xmlns:a16="http://schemas.microsoft.com/office/drawing/2014/main" id="{2479B811-2990-4397-9055-1EB646E79D3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a:t>
            </a:fld>
            <a:endParaRPr lang="en"/>
          </a:p>
        </p:txBody>
      </p:sp>
      <p:pic>
        <p:nvPicPr>
          <p:cNvPr id="6" name="Picture 5">
            <a:extLst>
              <a:ext uri="{FF2B5EF4-FFF2-40B4-BE49-F238E27FC236}">
                <a16:creationId xmlns:a16="http://schemas.microsoft.com/office/drawing/2014/main" id="{BCE15F9B-BAEF-B73D-8F72-DAFD9CA39734}"/>
              </a:ext>
            </a:extLst>
          </p:cNvPr>
          <p:cNvPicPr>
            <a:picLocks noChangeAspect="1"/>
          </p:cNvPicPr>
          <p:nvPr/>
        </p:nvPicPr>
        <p:blipFill>
          <a:blip r:embed="rId2"/>
          <a:stretch>
            <a:fillRect/>
          </a:stretch>
        </p:blipFill>
        <p:spPr>
          <a:xfrm>
            <a:off x="639700" y="1255631"/>
            <a:ext cx="7894700" cy="3457088"/>
          </a:xfrm>
          <a:prstGeom prst="rect">
            <a:avLst/>
          </a:prstGeom>
        </p:spPr>
      </p:pic>
    </p:spTree>
    <p:extLst>
      <p:ext uri="{BB962C8B-B14F-4D97-AF65-F5344CB8AC3E}">
        <p14:creationId xmlns:p14="http://schemas.microsoft.com/office/powerpoint/2010/main" val="33634237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alpha val="0"/>
          </a:schemeClr>
        </a:solidFill>
        <a:effectLst/>
      </p:bgPr>
    </p:bg>
    <p:spTree>
      <p:nvGrpSpPr>
        <p:cNvPr id="1" name="Shape 67"/>
        <p:cNvGrpSpPr/>
        <p:nvPr/>
      </p:nvGrpSpPr>
      <p:grpSpPr>
        <a:xfrm>
          <a:off x="0" y="0"/>
          <a:ext cx="0" cy="0"/>
          <a:chOff x="0" y="0"/>
          <a:chExt cx="0" cy="0"/>
        </a:xfrm>
      </p:grpSpPr>
      <p:sp>
        <p:nvSpPr>
          <p:cNvPr id="70" name="Google Shape;70;p13"/>
          <p:cNvSpPr txBox="1">
            <a:spLocks noGrp="1"/>
          </p:cNvSpPr>
          <p:nvPr>
            <p:ph type="sldNum" sz="quarter" idx="12"/>
          </p:nvPr>
        </p:nvSpPr>
        <p:spPr>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6</a:t>
            </a:fld>
            <a:endParaRPr/>
          </a:p>
        </p:txBody>
      </p:sp>
      <p:sp>
        <p:nvSpPr>
          <p:cNvPr id="68" name="Google Shape;68;p13"/>
          <p:cNvSpPr txBox="1">
            <a:spLocks noGrp="1"/>
          </p:cNvSpPr>
          <p:nvPr>
            <p:ph type="ctrTitle" idx="4294967295"/>
          </p:nvPr>
        </p:nvSpPr>
        <p:spPr>
          <a:xfrm>
            <a:off x="457200" y="457200"/>
            <a:ext cx="5410200" cy="5334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3200" b="1" dirty="0">
                <a:solidFill>
                  <a:schemeClr val="tx1"/>
                </a:solidFill>
                <a:latin typeface="Times New Roman" panose="02020603050405020304" pitchFamily="18" charset="0"/>
                <a:cs typeface="Times New Roman" panose="02020603050405020304" pitchFamily="18" charset="0"/>
              </a:rPr>
              <a:t>PROBLEM STATEMENT</a:t>
            </a:r>
            <a:endParaRPr sz="3200" b="1" dirty="0">
              <a:solidFill>
                <a:schemeClr val="tx1"/>
              </a:solidFill>
              <a:latin typeface="Times New Roman" panose="02020603050405020304" pitchFamily="18" charset="0"/>
              <a:cs typeface="Times New Roman" panose="02020603050405020304" pitchFamily="18" charset="0"/>
            </a:endParaRPr>
          </a:p>
        </p:txBody>
      </p:sp>
      <p:sp>
        <p:nvSpPr>
          <p:cNvPr id="69" name="Google Shape;69;p13"/>
          <p:cNvSpPr txBox="1">
            <a:spLocks noGrp="1"/>
          </p:cNvSpPr>
          <p:nvPr>
            <p:ph type="subTitle" idx="4294967295"/>
          </p:nvPr>
        </p:nvSpPr>
        <p:spPr>
          <a:xfrm>
            <a:off x="519113" y="971550"/>
            <a:ext cx="8015287" cy="3714750"/>
          </a:xfrm>
          <a:prstGeom prst="rect">
            <a:avLst/>
          </a:prstGeom>
        </p:spPr>
        <p:txBody>
          <a:bodyPr spcFirstLastPara="1" wrap="square" lIns="0" tIns="0" rIns="0" bIns="0" anchor="t" anchorCtr="0">
            <a:noAutofit/>
          </a:bodyPr>
          <a:lstStyle/>
          <a:p>
            <a:pPr algn="just">
              <a:buClr>
                <a:schemeClr val="tx1"/>
              </a:buClr>
              <a:buFont typeface="Wingdings" panose="05000000000000000000" pitchFamily="2" charset="2"/>
              <a:buChar char="§"/>
            </a:pPr>
            <a:r>
              <a:rPr lang="en-US" sz="1400" dirty="0">
                <a:latin typeface="Times New Roman" panose="02020603050405020304" pitchFamily="18" charset="0"/>
                <a:cs typeface="Times New Roman" panose="02020603050405020304" pitchFamily="18" charset="0"/>
              </a:rPr>
              <a:t>To develop a model that could help in detecting the various types of food images and calorie content present in the food item using image processing and deep learning algorithm.</a:t>
            </a:r>
          </a:p>
          <a:p>
            <a:pPr marL="0" indent="0">
              <a:buClr>
                <a:schemeClr val="tx1"/>
              </a:buClr>
              <a:buNone/>
            </a:pPr>
            <a:r>
              <a:rPr lang="en" sz="3200" b="1" dirty="0">
                <a:solidFill>
                  <a:schemeClr val="tx1"/>
                </a:solidFill>
                <a:latin typeface="Times New Roman" panose="02020603050405020304" pitchFamily="18" charset="0"/>
                <a:ea typeface="Nixie One"/>
                <a:cs typeface="Times New Roman" panose="02020603050405020304" pitchFamily="18" charset="0"/>
                <a:sym typeface="Nixie One"/>
              </a:rPr>
              <a:t>OBJECTIVES</a:t>
            </a:r>
          </a:p>
          <a:p>
            <a:pPr marL="342900" marR="3810" lvl="0" indent="-342900" algn="just">
              <a:lnSpc>
                <a:spcPct val="150000"/>
              </a:lnSpc>
              <a:buFont typeface="Symbol" panose="05050102010706020507" pitchFamily="18" charset="2"/>
              <a:buChar char=""/>
            </a:pPr>
            <a:r>
              <a:rPr lang="en-US" sz="15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To propose a framework to estimate Calorie and fat content for different kinds of fruits and vegetables by applying deep learning.</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3810" lvl="0" indent="-342900" algn="just">
              <a:lnSpc>
                <a:spcPct val="150000"/>
              </a:lnSpc>
              <a:buFont typeface="Symbol" panose="05050102010706020507" pitchFamily="18" charset="2"/>
              <a:buChar char=""/>
            </a:pPr>
            <a:r>
              <a:rPr lang="en-US" sz="15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To identify the variety and healthy food for a </a:t>
            </a:r>
            <a:r>
              <a:rPr lang="en-US" sz="15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diety</a:t>
            </a:r>
            <a:r>
              <a:rPr lang="en-US" sz="15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3810" lvl="0" indent="-342900" algn="just">
              <a:lnSpc>
                <a:spcPct val="150000"/>
              </a:lnSpc>
              <a:buFont typeface="Symbol" panose="05050102010706020507" pitchFamily="18" charset="2"/>
              <a:buChar char=""/>
            </a:pPr>
            <a:r>
              <a:rPr lang="en-US" sz="15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To quantify the intake of food for a </a:t>
            </a:r>
            <a:r>
              <a:rPr lang="en-US" sz="15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diety</a:t>
            </a:r>
            <a:r>
              <a:rPr lang="en-US" sz="15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based on diet plans.</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3810" lvl="0" indent="-342900" algn="just">
              <a:lnSpc>
                <a:spcPct val="150000"/>
              </a:lnSpc>
              <a:buFont typeface="Symbol" panose="05050102010706020507" pitchFamily="18" charset="2"/>
              <a:buChar char=""/>
            </a:pPr>
            <a:r>
              <a:rPr lang="en-US" sz="15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To make one</a:t>
            </a:r>
            <a:r>
              <a:rPr lang="en-US" sz="1500" baseline="30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5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fit with good health and longevity.</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3810" lvl="0" indent="-342900" algn="just">
              <a:lnSpc>
                <a:spcPct val="150000"/>
              </a:lnSpc>
              <a:spcAft>
                <a:spcPts val="1000"/>
              </a:spcAft>
              <a:buFont typeface="Symbol" panose="05050102010706020507" pitchFamily="18" charset="2"/>
              <a:buChar char=""/>
            </a:pPr>
            <a:r>
              <a:rPr lang="en-US" sz="15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To develop a functional prototype (web application) for the proposed framework.</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pPr>
            <a:endParaRPr lang="en-US" sz="1600" dirty="0"/>
          </a:p>
        </p:txBody>
      </p:sp>
    </p:spTree>
    <p:extLst>
      <p:ext uri="{BB962C8B-B14F-4D97-AF65-F5344CB8AC3E}">
        <p14:creationId xmlns:p14="http://schemas.microsoft.com/office/powerpoint/2010/main" val="40074472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38056-0CD0-4A9F-A379-5CE9E6A81BAF}"/>
              </a:ext>
            </a:extLst>
          </p:cNvPr>
          <p:cNvSpPr>
            <a:spLocks noGrp="1"/>
          </p:cNvSpPr>
          <p:nvPr>
            <p:ph type="title"/>
          </p:nvPr>
        </p:nvSpPr>
        <p:spPr>
          <a:xfrm>
            <a:off x="381000" y="370788"/>
            <a:ext cx="7843200" cy="653700"/>
          </a:xfrm>
        </p:spPr>
        <p:txBody>
          <a:bodyPr/>
          <a:lstStyle/>
          <a:p>
            <a:r>
              <a:rPr lang="en-US" sz="3200" dirty="0">
                <a:latin typeface="Times New Roman" panose="02020603050405020304" pitchFamily="18" charset="0"/>
                <a:cs typeface="Times New Roman" panose="02020603050405020304" pitchFamily="18" charset="0"/>
              </a:rPr>
              <a:t>REQUIREMENTS</a:t>
            </a:r>
            <a:endParaRPr lang="en-IN" sz="32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EFDE5A74-7087-43BB-8C5B-474A174F2FEE}"/>
              </a:ext>
            </a:extLst>
          </p:cNvPr>
          <p:cNvSpPr>
            <a:spLocks noGrp="1"/>
          </p:cNvSpPr>
          <p:nvPr>
            <p:ph type="body" idx="1"/>
          </p:nvPr>
        </p:nvSpPr>
        <p:spPr>
          <a:xfrm>
            <a:off x="661099" y="1810503"/>
            <a:ext cx="3834701" cy="2559775"/>
          </a:xfrm>
          <a:ln>
            <a:solidFill>
              <a:schemeClr val="accent1"/>
            </a:solidFill>
          </a:ln>
        </p:spPr>
        <p:txBody>
          <a:bodyPr/>
          <a:lstStyle/>
          <a:p>
            <a:pPr marL="361950" indent="-285750">
              <a:lnSpc>
                <a:spcPct val="150000"/>
              </a:lnSpc>
            </a:pPr>
            <a:r>
              <a:rPr lang="en-IN" sz="1400" dirty="0">
                <a:latin typeface="Times New Roman" panose="02020603050405020304" pitchFamily="18" charset="0"/>
                <a:cs typeface="Times New Roman" panose="02020603050405020304" pitchFamily="18" charset="0"/>
              </a:rPr>
              <a:t>Windows Edition: Windows 10 Pro </a:t>
            </a:r>
          </a:p>
          <a:p>
            <a:pPr marL="361950" indent="-285750">
              <a:lnSpc>
                <a:spcPct val="150000"/>
              </a:lnSpc>
            </a:pPr>
            <a:r>
              <a:rPr lang="en-IN" sz="1400" dirty="0">
                <a:latin typeface="Times New Roman" panose="02020603050405020304" pitchFamily="18" charset="0"/>
                <a:cs typeface="Times New Roman" panose="02020603050405020304" pitchFamily="18" charset="0"/>
              </a:rPr>
              <a:t> Processor: Intel® </a:t>
            </a:r>
            <a:r>
              <a:rPr lang="en-IN" sz="1400" dirty="0" err="1">
                <a:latin typeface="Times New Roman" panose="02020603050405020304" pitchFamily="18" charset="0"/>
                <a:cs typeface="Times New Roman" panose="02020603050405020304" pitchFamily="18" charset="0"/>
              </a:rPr>
              <a:t>CoreTM</a:t>
            </a:r>
            <a:r>
              <a:rPr lang="en-IN" sz="1400" dirty="0">
                <a:latin typeface="Times New Roman" panose="02020603050405020304" pitchFamily="18" charset="0"/>
                <a:cs typeface="Times New Roman" panose="02020603050405020304" pitchFamily="18" charset="0"/>
              </a:rPr>
              <a:t> [i5 processor] CPU </a:t>
            </a:r>
          </a:p>
          <a:p>
            <a:pPr marL="361950" indent="-285750">
              <a:lnSpc>
                <a:spcPct val="150000"/>
              </a:lnSpc>
            </a:pPr>
            <a:r>
              <a:rPr lang="en-IN" sz="1400" dirty="0">
                <a:latin typeface="Times New Roman" panose="02020603050405020304" pitchFamily="18" charset="0"/>
                <a:cs typeface="Times New Roman" panose="02020603050405020304" pitchFamily="18" charset="0"/>
              </a:rPr>
              <a:t>RAM: minimum 4.00 GB </a:t>
            </a:r>
          </a:p>
          <a:p>
            <a:pPr marL="361950" indent="-285750">
              <a:lnSpc>
                <a:spcPct val="150000"/>
              </a:lnSpc>
            </a:pPr>
            <a:r>
              <a:rPr lang="en-IN" sz="1400" dirty="0">
                <a:latin typeface="Times New Roman" panose="02020603050405020304" pitchFamily="18" charset="0"/>
                <a:cs typeface="Times New Roman" panose="02020603050405020304" pitchFamily="18" charset="0"/>
              </a:rPr>
              <a:t>System Type: 64-bit Operating System </a:t>
            </a:r>
          </a:p>
          <a:p>
            <a:pPr marL="361950" indent="-285750">
              <a:lnSpc>
                <a:spcPct val="150000"/>
              </a:lnSpc>
            </a:pPr>
            <a:r>
              <a:rPr lang="en-IN" sz="1400" dirty="0">
                <a:latin typeface="Times New Roman" panose="02020603050405020304" pitchFamily="18" charset="0"/>
                <a:cs typeface="Times New Roman" panose="02020603050405020304" pitchFamily="18" charset="0"/>
              </a:rPr>
              <a:t>HDD 10 GB Hard Disk Space and Above (Having SSD would be better) </a:t>
            </a:r>
          </a:p>
        </p:txBody>
      </p:sp>
      <p:sp>
        <p:nvSpPr>
          <p:cNvPr id="4" name="Text Placeholder 3">
            <a:extLst>
              <a:ext uri="{FF2B5EF4-FFF2-40B4-BE49-F238E27FC236}">
                <a16:creationId xmlns:a16="http://schemas.microsoft.com/office/drawing/2014/main" id="{335C50C3-C237-4977-B5E3-C23364BC2159}"/>
              </a:ext>
            </a:extLst>
          </p:cNvPr>
          <p:cNvSpPr>
            <a:spLocks noGrp="1"/>
          </p:cNvSpPr>
          <p:nvPr>
            <p:ph type="body" idx="2"/>
          </p:nvPr>
        </p:nvSpPr>
        <p:spPr>
          <a:xfrm>
            <a:off x="4672014" y="1769645"/>
            <a:ext cx="3834701" cy="2590800"/>
          </a:xfrm>
          <a:ln>
            <a:solidFill>
              <a:schemeClr val="accent1"/>
            </a:solidFill>
          </a:ln>
        </p:spPr>
        <p:txBody>
          <a:bodyPr/>
          <a:lstStyle/>
          <a:p>
            <a:pPr marL="361950" indent="-285750">
              <a:lnSpc>
                <a:spcPct val="150000"/>
              </a:lnSpc>
              <a:buFont typeface="Wingdings" panose="05000000000000000000" pitchFamily="2" charset="2"/>
              <a:buChar char="§"/>
            </a:pPr>
            <a:r>
              <a:rPr lang="en-IN" sz="1400" dirty="0">
                <a:latin typeface="Times New Roman" panose="02020603050405020304" pitchFamily="18" charset="0"/>
                <a:cs typeface="Times New Roman" panose="02020603050405020304" pitchFamily="18" charset="0"/>
              </a:rPr>
              <a:t>Programming Language: Python (Object Oriented Programming Language) 3.9.5 version</a:t>
            </a:r>
          </a:p>
          <a:p>
            <a:pPr marL="361950" indent="-285750">
              <a:lnSpc>
                <a:spcPct val="150000"/>
              </a:lnSpc>
              <a:buFont typeface="Wingdings" panose="05000000000000000000" pitchFamily="2" charset="2"/>
              <a:buChar char="§"/>
            </a:pPr>
            <a:r>
              <a:rPr lang="en-IN" sz="1400" dirty="0">
                <a:latin typeface="Times New Roman" panose="02020603050405020304" pitchFamily="18" charset="0"/>
                <a:cs typeface="Times New Roman" panose="02020603050405020304" pitchFamily="18" charset="0"/>
              </a:rPr>
              <a:t>Scripting Language: JavaScript (for dynamic web app) </a:t>
            </a:r>
          </a:p>
          <a:p>
            <a:pPr marL="361950" indent="-285750">
              <a:lnSpc>
                <a:spcPct val="150000"/>
              </a:lnSpc>
              <a:buFont typeface="Wingdings" panose="05000000000000000000" pitchFamily="2" charset="2"/>
              <a:buChar char="§"/>
            </a:pPr>
            <a:r>
              <a:rPr lang="en-IN" sz="1400" dirty="0">
                <a:latin typeface="Times New Roman" panose="02020603050405020304" pitchFamily="18" charset="0"/>
                <a:cs typeface="Times New Roman" panose="02020603050405020304" pitchFamily="18" charset="0"/>
              </a:rPr>
              <a:t>Other Languages: HTML (Hypertext Markup Language), CSS (Cascading Style Sheets)</a:t>
            </a:r>
          </a:p>
          <a:p>
            <a:pPr marL="361950" indent="-285750">
              <a:lnSpc>
                <a:spcPct val="150000"/>
              </a:lnSpc>
              <a:buFont typeface="Wingdings" panose="05000000000000000000" pitchFamily="2" charset="2"/>
              <a:buChar char="§"/>
            </a:pPr>
            <a:r>
              <a:rPr lang="en-IN" sz="1400" dirty="0">
                <a:latin typeface="Times New Roman" panose="02020603050405020304" pitchFamily="18" charset="0"/>
                <a:cs typeface="Times New Roman" panose="02020603050405020304" pitchFamily="18" charset="0"/>
              </a:rPr>
              <a:t>Tools- Jupyter Notebook, PyCharm </a:t>
            </a:r>
          </a:p>
          <a:p>
            <a:pPr marL="101600" indent="0">
              <a:buNone/>
            </a:pPr>
            <a:endParaRPr lang="en-IN" dirty="0"/>
          </a:p>
        </p:txBody>
      </p:sp>
      <p:sp>
        <p:nvSpPr>
          <p:cNvPr id="5" name="TextBox 4">
            <a:extLst>
              <a:ext uri="{FF2B5EF4-FFF2-40B4-BE49-F238E27FC236}">
                <a16:creationId xmlns:a16="http://schemas.microsoft.com/office/drawing/2014/main" id="{1B5EE850-DB09-4676-ACD3-6FDC8B0F6D9A}"/>
              </a:ext>
            </a:extLst>
          </p:cNvPr>
          <p:cNvSpPr txBox="1"/>
          <p:nvPr/>
        </p:nvSpPr>
        <p:spPr>
          <a:xfrm>
            <a:off x="1429275" y="1007100"/>
            <a:ext cx="2298350" cy="738664"/>
          </a:xfrm>
          <a:prstGeom prst="rect">
            <a:avLst/>
          </a:prstGeom>
          <a:noFill/>
          <a:ln>
            <a:solidFill>
              <a:schemeClr val="bg1"/>
            </a:solidFill>
          </a:ln>
        </p:spPr>
        <p:txBody>
          <a:bodyPr wrap="square" rtlCol="0">
            <a:spAutoFit/>
          </a:bodyPr>
          <a:lstStyle/>
          <a:p>
            <a:r>
              <a:rPr lang="en-US" dirty="0"/>
              <a:t>     </a:t>
            </a:r>
            <a:r>
              <a:rPr lang="en-US" sz="2800" dirty="0">
                <a:latin typeface="Times New Roman" panose="02020603050405020304" pitchFamily="18" charset="0"/>
                <a:cs typeface="Times New Roman" panose="02020603050405020304" pitchFamily="18" charset="0"/>
              </a:rPr>
              <a:t>HARDWARE</a:t>
            </a:r>
            <a:endParaRPr lang="en-IN" sz="28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469FECC-3792-4C90-AA38-391678B93EA7}"/>
              </a:ext>
            </a:extLst>
          </p:cNvPr>
          <p:cNvSpPr txBox="1"/>
          <p:nvPr/>
        </p:nvSpPr>
        <p:spPr>
          <a:xfrm>
            <a:off x="5632625" y="697638"/>
            <a:ext cx="2298350" cy="954107"/>
          </a:xfrm>
          <a:prstGeom prst="rect">
            <a:avLst/>
          </a:prstGeom>
          <a:noFill/>
        </p:spPr>
        <p:txBody>
          <a:bodyPr wrap="square">
            <a:spAutoFit/>
          </a:bodyPr>
          <a:lstStyle/>
          <a:p>
            <a:r>
              <a:rPr lang="en-US" sz="2800" dirty="0">
                <a:latin typeface="Times New Roman" panose="02020603050405020304" pitchFamily="18" charset="0"/>
                <a:cs typeface="Times New Roman" panose="02020603050405020304" pitchFamily="18" charset="0"/>
              </a:rPr>
              <a:t>     SOFTWARE</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55779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4472E98-B8ED-457F-9F13-0410FC6F294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a:t>
            </a:fld>
            <a:endParaRPr lang="en"/>
          </a:p>
        </p:txBody>
      </p:sp>
      <p:sp>
        <p:nvSpPr>
          <p:cNvPr id="37" name="TextBox 36">
            <a:extLst>
              <a:ext uri="{FF2B5EF4-FFF2-40B4-BE49-F238E27FC236}">
                <a16:creationId xmlns:a16="http://schemas.microsoft.com/office/drawing/2014/main" id="{02430C67-2BC8-4C18-B277-5470193B80AB}"/>
              </a:ext>
            </a:extLst>
          </p:cNvPr>
          <p:cNvSpPr txBox="1"/>
          <p:nvPr/>
        </p:nvSpPr>
        <p:spPr>
          <a:xfrm>
            <a:off x="838200" y="524887"/>
            <a:ext cx="4114800"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System Architecture:</a:t>
            </a:r>
            <a:endParaRPr lang="en-IN" sz="3200" b="1"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3BCEAE27-7756-4CB5-A9C3-601F7449E746}"/>
              </a:ext>
            </a:extLst>
          </p:cNvPr>
          <p:cNvPicPr>
            <a:picLocks noChangeAspect="1"/>
          </p:cNvPicPr>
          <p:nvPr/>
        </p:nvPicPr>
        <p:blipFill>
          <a:blip r:embed="rId2"/>
          <a:stretch>
            <a:fillRect/>
          </a:stretch>
        </p:blipFill>
        <p:spPr>
          <a:xfrm>
            <a:off x="1066800" y="1123950"/>
            <a:ext cx="7423704" cy="3200400"/>
          </a:xfrm>
          <a:prstGeom prst="rect">
            <a:avLst/>
          </a:prstGeom>
        </p:spPr>
      </p:pic>
    </p:spTree>
    <p:extLst>
      <p:ext uri="{BB962C8B-B14F-4D97-AF65-F5344CB8AC3E}">
        <p14:creationId xmlns:p14="http://schemas.microsoft.com/office/powerpoint/2010/main" val="40957824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4" name="Google Shape;114;p18"/>
          <p:cNvSpPr txBox="1">
            <a:spLocks noGrp="1"/>
          </p:cNvSpPr>
          <p:nvPr>
            <p:ph type="title"/>
          </p:nvPr>
        </p:nvSpPr>
        <p:spPr>
          <a:xfrm>
            <a:off x="609600" y="561150"/>
            <a:ext cx="6025500" cy="381001"/>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US" sz="3200" dirty="0">
                <a:latin typeface="Times New Roman" panose="02020603050405020304" pitchFamily="18" charset="0"/>
                <a:cs typeface="Times New Roman" panose="02020603050405020304" pitchFamily="18" charset="0"/>
              </a:rPr>
              <a:t>METHODLOGY</a:t>
            </a:r>
            <a:endParaRPr sz="3200" dirty="0">
              <a:latin typeface="Times New Roman" panose="02020603050405020304" pitchFamily="18" charset="0"/>
              <a:cs typeface="Times New Roman" panose="02020603050405020304" pitchFamily="18" charset="0"/>
            </a:endParaRPr>
          </a:p>
        </p:txBody>
      </p:sp>
      <p:sp>
        <p:nvSpPr>
          <p:cNvPr id="113" name="Google Shape;113;p18"/>
          <p:cNvSpPr txBox="1">
            <a:spLocks noGrp="1"/>
          </p:cNvSpPr>
          <p:nvPr>
            <p:ph type="body" idx="1"/>
          </p:nvPr>
        </p:nvSpPr>
        <p:spPr>
          <a:xfrm>
            <a:off x="762000" y="1276350"/>
            <a:ext cx="7467600" cy="3153600"/>
          </a:xfrm>
          <a:prstGeom prst="rect">
            <a:avLst/>
          </a:prstGeom>
        </p:spPr>
        <p:txBody>
          <a:bodyPr spcFirstLastPara="1" wrap="square" lIns="0" tIns="0" rIns="0" bIns="0" anchor="t" anchorCtr="0">
            <a:noAutofit/>
          </a:bodyPr>
          <a:lstStyle/>
          <a:p>
            <a:pPr marL="342900" lvl="0" indent="-342900">
              <a:lnSpc>
                <a:spcPct val="150000"/>
              </a:lnSpc>
              <a:buFont typeface="Wingdings" panose="05000000000000000000" pitchFamily="2" charset="2"/>
              <a:buChar char="q"/>
              <a:tabLst>
                <a:tab pos="457200" algn="l"/>
              </a:tabLst>
            </a:pPr>
            <a:r>
              <a:rPr lang="en-US" sz="18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In </a:t>
            </a:r>
            <a:r>
              <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implementing this project following methodology i</a:t>
            </a:r>
            <a:r>
              <a:rPr lang="en-US" sz="18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s incorporated</a:t>
            </a:r>
            <a:endParaRPr lang="en-IN" sz="1800" dirty="0">
              <a:solidFill>
                <a:schemeClr val="tx1"/>
              </a:solidFill>
              <a:latin typeface="Times New Roman" panose="02020603050405020304" pitchFamily="18" charset="0"/>
              <a:cs typeface="Times New Roman" panose="02020603050405020304" pitchFamily="18" charset="0"/>
            </a:endParaRPr>
          </a:p>
          <a:p>
            <a:pPr marL="742950" lvl="1" indent="-285750">
              <a:lnSpc>
                <a:spcPct val="150000"/>
              </a:lnSpc>
              <a:buFont typeface="Wingdings" panose="05000000000000000000" pitchFamily="2" charset="2"/>
              <a:buChar char="q"/>
              <a:tabLst>
                <a:tab pos="914400" algn="l"/>
              </a:tabLst>
            </a:pPr>
            <a:r>
              <a:rPr lang="en-US" sz="18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Step 1 – Data Collection</a:t>
            </a:r>
            <a:endPar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nSpc>
                <a:spcPct val="150000"/>
              </a:lnSpc>
              <a:buFont typeface="Wingdings" panose="05000000000000000000" pitchFamily="2" charset="2"/>
              <a:buChar char="q"/>
              <a:tabLst>
                <a:tab pos="914400" algn="l"/>
              </a:tabLst>
            </a:pPr>
            <a:r>
              <a:rPr lang="en-US" sz="18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Step 2 -  Data Pre-processing</a:t>
            </a:r>
            <a:endPar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nSpc>
                <a:spcPct val="150000"/>
              </a:lnSpc>
              <a:buFont typeface="Wingdings" panose="05000000000000000000" pitchFamily="2" charset="2"/>
              <a:buChar char="q"/>
              <a:tabLst>
                <a:tab pos="914400" algn="l"/>
              </a:tabLst>
            </a:pPr>
            <a:r>
              <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Step </a:t>
            </a:r>
            <a:r>
              <a:rPr lang="en-US" sz="18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3</a:t>
            </a:r>
            <a:r>
              <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Feature extraction &amp; Classification</a:t>
            </a:r>
            <a:endPar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nSpc>
                <a:spcPct val="150000"/>
              </a:lnSpc>
              <a:buFont typeface="Wingdings" panose="05000000000000000000" pitchFamily="2" charset="2"/>
              <a:buChar char="q"/>
              <a:tabLst>
                <a:tab pos="914400" algn="l"/>
              </a:tabLst>
            </a:pPr>
            <a:r>
              <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Step </a:t>
            </a:r>
            <a:r>
              <a:rPr lang="en-US" sz="18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4</a:t>
            </a:r>
            <a:r>
              <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Calorie Extraction</a:t>
            </a:r>
          </a:p>
          <a:p>
            <a:pPr marL="742950" lvl="1" indent="-285750">
              <a:lnSpc>
                <a:spcPct val="150000"/>
              </a:lnSpc>
              <a:buFont typeface="Wingdings" panose="05000000000000000000" pitchFamily="2" charset="2"/>
              <a:buChar char="q"/>
              <a:tabLst>
                <a:tab pos="914400" algn="l"/>
              </a:tabLst>
            </a:pPr>
            <a:r>
              <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Step 5 – Recommending weekly diet plans</a:t>
            </a:r>
          </a:p>
          <a:p>
            <a:pPr marL="742950" lvl="1" indent="-285750">
              <a:lnSpc>
                <a:spcPct val="150000"/>
              </a:lnSpc>
              <a:buFont typeface="Wingdings" panose="05000000000000000000" pitchFamily="2" charset="2"/>
              <a:buChar char="q"/>
              <a:tabLst>
                <a:tab pos="914400" algn="l"/>
              </a:tabLst>
            </a:pPr>
            <a:r>
              <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Step 6 – Model Deployment</a:t>
            </a:r>
          </a:p>
          <a:p>
            <a:pPr marL="742950" lvl="1" indent="-285750">
              <a:lnSpc>
                <a:spcPct val="150000"/>
              </a:lnSpc>
              <a:buClr>
                <a:srgbClr val="92D050"/>
              </a:buClr>
              <a:buFont typeface="Wingdings" panose="05000000000000000000" pitchFamily="2" charset="2"/>
              <a:buChar char="q"/>
              <a:tabLst>
                <a:tab pos="914400" algn="l"/>
              </a:tabLst>
            </a:pPr>
            <a:endParaRPr lang="en-US" sz="1800" b="1" dirty="0">
              <a:solidFill>
                <a:schemeClr val="tx1"/>
              </a:solidFill>
            </a:endParaRPr>
          </a:p>
        </p:txBody>
      </p:sp>
      <p:sp>
        <p:nvSpPr>
          <p:cNvPr id="116" name="Google Shape;116;p18"/>
          <p:cNvSpPr txBox="1">
            <a:spLocks noGrp="1"/>
          </p:cNvSpPr>
          <p:nvPr>
            <p:ph type="sldNum" idx="12"/>
          </p:nvPr>
        </p:nvSpPr>
        <p:spPr>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4" name="Google Shape;114;p18"/>
          <p:cNvSpPr txBox="1">
            <a:spLocks noGrp="1"/>
          </p:cNvSpPr>
          <p:nvPr>
            <p:ph type="title"/>
          </p:nvPr>
        </p:nvSpPr>
        <p:spPr>
          <a:xfrm>
            <a:off x="609600" y="590550"/>
            <a:ext cx="3124200" cy="381001"/>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US" sz="3200" b="1" dirty="0">
                <a:latin typeface="Times New Roman" panose="02020603050405020304" pitchFamily="18" charset="0"/>
                <a:cs typeface="Times New Roman" panose="02020603050405020304" pitchFamily="18" charset="0"/>
              </a:rPr>
              <a:t>DATA Collection</a:t>
            </a:r>
          </a:p>
        </p:txBody>
      </p:sp>
      <p:sp>
        <p:nvSpPr>
          <p:cNvPr id="116" name="Google Shape;116;p18"/>
          <p:cNvSpPr txBox="1">
            <a:spLocks noGrp="1"/>
          </p:cNvSpPr>
          <p:nvPr>
            <p:ph type="sldNum" idx="12"/>
          </p:nvPr>
        </p:nvSpPr>
        <p:spPr>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10</a:t>
            </a:fld>
            <a:endParaRPr/>
          </a:p>
        </p:txBody>
      </p:sp>
      <p:sp>
        <p:nvSpPr>
          <p:cNvPr id="6" name="Google Shape;69;p13">
            <a:extLst>
              <a:ext uri="{FF2B5EF4-FFF2-40B4-BE49-F238E27FC236}">
                <a16:creationId xmlns:a16="http://schemas.microsoft.com/office/drawing/2014/main" id="{70B9D1A0-F0D3-4FEA-BC35-0B7F399A5DEC}"/>
              </a:ext>
            </a:extLst>
          </p:cNvPr>
          <p:cNvSpPr txBox="1">
            <a:spLocks/>
          </p:cNvSpPr>
          <p:nvPr/>
        </p:nvSpPr>
        <p:spPr>
          <a:xfrm>
            <a:off x="838200" y="1276350"/>
            <a:ext cx="4572000" cy="312420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rgbClr val="7DFFB1"/>
              </a:buClr>
              <a:buSzPts val="2400"/>
              <a:buFont typeface="Titillium Web Light"/>
              <a:buChar char="▰"/>
              <a:defRPr sz="2400" b="0" i="0" u="none" strike="noStrike" cap="none">
                <a:solidFill>
                  <a:schemeClr val="lt1"/>
                </a:solidFill>
                <a:latin typeface="Titillium Web Light"/>
                <a:ea typeface="Titillium Web Light"/>
                <a:cs typeface="Titillium Web Light"/>
                <a:sym typeface="Titillium Web Light"/>
              </a:defRPr>
            </a:lvl1pPr>
            <a:lvl2pPr marL="914400" marR="0" lvl="1" indent="-381000" algn="l" rtl="0">
              <a:lnSpc>
                <a:spcPct val="100000"/>
              </a:lnSpc>
              <a:spcBef>
                <a:spcPts val="0"/>
              </a:spcBef>
              <a:spcAft>
                <a:spcPts val="0"/>
              </a:spcAft>
              <a:buClr>
                <a:schemeClr val="lt1"/>
              </a:buClr>
              <a:buSzPts val="2400"/>
              <a:buFont typeface="Titillium Web Light"/>
              <a:buChar char="○"/>
              <a:defRPr sz="2400" b="0" i="0" u="none" strike="noStrike" cap="none">
                <a:solidFill>
                  <a:schemeClr val="lt1"/>
                </a:solidFill>
                <a:latin typeface="Titillium Web Light"/>
                <a:ea typeface="Titillium Web Light"/>
                <a:cs typeface="Titillium Web Light"/>
                <a:sym typeface="Titillium Web Light"/>
              </a:defRPr>
            </a:lvl2pPr>
            <a:lvl3pPr marL="1371600" marR="0" lvl="2" indent="-381000" algn="l" rtl="0">
              <a:lnSpc>
                <a:spcPct val="100000"/>
              </a:lnSpc>
              <a:spcBef>
                <a:spcPts val="0"/>
              </a:spcBef>
              <a:spcAft>
                <a:spcPts val="0"/>
              </a:spcAft>
              <a:buClr>
                <a:schemeClr val="lt1"/>
              </a:buClr>
              <a:buSzPts val="2400"/>
              <a:buFont typeface="Titillium Web Light"/>
              <a:buChar char="■"/>
              <a:defRPr sz="2400" b="0" i="0" u="none" strike="noStrike" cap="none">
                <a:solidFill>
                  <a:schemeClr val="lt1"/>
                </a:solidFill>
                <a:latin typeface="Titillium Web Light"/>
                <a:ea typeface="Titillium Web Light"/>
                <a:cs typeface="Titillium Web Light"/>
                <a:sym typeface="Titillium Web Light"/>
              </a:defRPr>
            </a:lvl3pPr>
            <a:lvl4pPr marL="1828800" marR="0" lvl="3" indent="-381000" algn="l" rtl="0">
              <a:lnSpc>
                <a:spcPct val="100000"/>
              </a:lnSpc>
              <a:spcBef>
                <a:spcPts val="0"/>
              </a:spcBef>
              <a:spcAft>
                <a:spcPts val="0"/>
              </a:spcAft>
              <a:buClr>
                <a:schemeClr val="lt1"/>
              </a:buClr>
              <a:buSzPts val="2400"/>
              <a:buFont typeface="Titillium Web Light"/>
              <a:buChar char="●"/>
              <a:defRPr sz="2400" b="0" i="0" u="none" strike="noStrike" cap="none">
                <a:solidFill>
                  <a:schemeClr val="lt1"/>
                </a:solidFill>
                <a:latin typeface="Titillium Web Light"/>
                <a:ea typeface="Titillium Web Light"/>
                <a:cs typeface="Titillium Web Light"/>
                <a:sym typeface="Titillium Web Light"/>
              </a:defRPr>
            </a:lvl4pPr>
            <a:lvl5pPr marL="2286000" marR="0" lvl="4" indent="-381000" algn="l" rtl="0">
              <a:lnSpc>
                <a:spcPct val="100000"/>
              </a:lnSpc>
              <a:spcBef>
                <a:spcPts val="0"/>
              </a:spcBef>
              <a:spcAft>
                <a:spcPts val="0"/>
              </a:spcAft>
              <a:buClr>
                <a:schemeClr val="lt1"/>
              </a:buClr>
              <a:buSzPts val="2400"/>
              <a:buFont typeface="Titillium Web Light"/>
              <a:buChar char="○"/>
              <a:defRPr sz="2400" b="0" i="0" u="none" strike="noStrike" cap="none">
                <a:solidFill>
                  <a:schemeClr val="lt1"/>
                </a:solidFill>
                <a:latin typeface="Titillium Web Light"/>
                <a:ea typeface="Titillium Web Light"/>
                <a:cs typeface="Titillium Web Light"/>
                <a:sym typeface="Titillium Web Light"/>
              </a:defRPr>
            </a:lvl5pPr>
            <a:lvl6pPr marL="2743200" marR="0" lvl="5" indent="-381000" algn="l" rtl="0">
              <a:lnSpc>
                <a:spcPct val="100000"/>
              </a:lnSpc>
              <a:spcBef>
                <a:spcPts val="0"/>
              </a:spcBef>
              <a:spcAft>
                <a:spcPts val="0"/>
              </a:spcAft>
              <a:buClr>
                <a:schemeClr val="lt1"/>
              </a:buClr>
              <a:buSzPts val="2400"/>
              <a:buFont typeface="Titillium Web Light"/>
              <a:buChar char="■"/>
              <a:defRPr sz="2400" b="0" i="0" u="none" strike="noStrike" cap="none">
                <a:solidFill>
                  <a:schemeClr val="lt1"/>
                </a:solidFill>
                <a:latin typeface="Titillium Web Light"/>
                <a:ea typeface="Titillium Web Light"/>
                <a:cs typeface="Titillium Web Light"/>
                <a:sym typeface="Titillium Web Light"/>
              </a:defRPr>
            </a:lvl6pPr>
            <a:lvl7pPr marL="3200400" marR="0" lvl="6" indent="-381000" algn="l" rtl="0">
              <a:lnSpc>
                <a:spcPct val="100000"/>
              </a:lnSpc>
              <a:spcBef>
                <a:spcPts val="0"/>
              </a:spcBef>
              <a:spcAft>
                <a:spcPts val="0"/>
              </a:spcAft>
              <a:buClr>
                <a:schemeClr val="lt1"/>
              </a:buClr>
              <a:buSzPts val="2400"/>
              <a:buFont typeface="Titillium Web Light"/>
              <a:buChar char="●"/>
              <a:defRPr sz="2400" b="0" i="0" u="none" strike="noStrike" cap="none">
                <a:solidFill>
                  <a:schemeClr val="lt1"/>
                </a:solidFill>
                <a:latin typeface="Titillium Web Light"/>
                <a:ea typeface="Titillium Web Light"/>
                <a:cs typeface="Titillium Web Light"/>
                <a:sym typeface="Titillium Web Light"/>
              </a:defRPr>
            </a:lvl7pPr>
            <a:lvl8pPr marL="3657600" marR="0" lvl="7" indent="-381000" algn="l" rtl="0">
              <a:lnSpc>
                <a:spcPct val="100000"/>
              </a:lnSpc>
              <a:spcBef>
                <a:spcPts val="0"/>
              </a:spcBef>
              <a:spcAft>
                <a:spcPts val="0"/>
              </a:spcAft>
              <a:buClr>
                <a:schemeClr val="lt1"/>
              </a:buClr>
              <a:buSzPts val="2400"/>
              <a:buFont typeface="Titillium Web Light"/>
              <a:buChar char="○"/>
              <a:defRPr sz="2400" b="0" i="0" u="none" strike="noStrike" cap="none">
                <a:solidFill>
                  <a:schemeClr val="lt1"/>
                </a:solidFill>
                <a:latin typeface="Titillium Web Light"/>
                <a:ea typeface="Titillium Web Light"/>
                <a:cs typeface="Titillium Web Light"/>
                <a:sym typeface="Titillium Web Light"/>
              </a:defRPr>
            </a:lvl8pPr>
            <a:lvl9pPr marL="4114800" marR="0" lvl="8" indent="-381000" algn="l" rtl="0">
              <a:lnSpc>
                <a:spcPct val="100000"/>
              </a:lnSpc>
              <a:spcBef>
                <a:spcPts val="0"/>
              </a:spcBef>
              <a:spcAft>
                <a:spcPts val="0"/>
              </a:spcAft>
              <a:buClr>
                <a:schemeClr val="lt1"/>
              </a:buClr>
              <a:buSzPts val="2400"/>
              <a:buFont typeface="Titillium Web Light"/>
              <a:buChar char="■"/>
              <a:defRPr sz="2400" b="0" i="0" u="none" strike="noStrike" cap="none">
                <a:solidFill>
                  <a:schemeClr val="lt1"/>
                </a:solidFill>
                <a:latin typeface="Titillium Web Light"/>
                <a:ea typeface="Titillium Web Light"/>
                <a:cs typeface="Titillium Web Light"/>
                <a:sym typeface="Titillium Web Light"/>
              </a:defRPr>
            </a:lvl9pPr>
          </a:lstStyle>
          <a:p>
            <a:pPr>
              <a:buClrTx/>
            </a:pPr>
            <a:r>
              <a:rPr lang="en-US" sz="1600" dirty="0">
                <a:solidFill>
                  <a:schemeClr val="tx1"/>
                </a:solidFill>
                <a:latin typeface="Times New Roman" panose="02020603050405020304" pitchFamily="18" charset="0"/>
                <a:cs typeface="Times New Roman" panose="02020603050405020304" pitchFamily="18" charset="0"/>
              </a:rPr>
              <a:t>The dataset for the project was gathered from Kaggle.</a:t>
            </a:r>
          </a:p>
          <a:p>
            <a:pPr algn="l" fontAlgn="base">
              <a:buClrTx/>
            </a:pPr>
            <a:r>
              <a:rPr lang="en-IN" sz="1600" b="0" i="0" dirty="0">
                <a:solidFill>
                  <a:schemeClr val="tx1"/>
                </a:solidFill>
                <a:effectLst/>
                <a:latin typeface="Times New Roman" panose="02020603050405020304" pitchFamily="18" charset="0"/>
                <a:cs typeface="Times New Roman" panose="02020603050405020304" pitchFamily="18" charset="0"/>
              </a:rPr>
              <a:t>This dataset contains 3600 food images grouped in 36 major fruits and vegetables categories. </a:t>
            </a:r>
          </a:p>
          <a:p>
            <a:pPr algn="l" fontAlgn="base">
              <a:buClrTx/>
            </a:pPr>
            <a:r>
              <a:rPr lang="en-IN" sz="1600" b="0" i="0" dirty="0">
                <a:solidFill>
                  <a:schemeClr val="tx1"/>
                </a:solidFill>
                <a:effectLst/>
                <a:latin typeface="Times New Roman" panose="02020603050405020304" pitchFamily="18" charset="0"/>
                <a:cs typeface="Times New Roman" panose="02020603050405020304" pitchFamily="18" charset="0"/>
              </a:rPr>
              <a:t>There are 3 splits in this dataset:</a:t>
            </a:r>
          </a:p>
          <a:p>
            <a:pPr marL="76200" indent="0" algn="l" fontAlgn="base">
              <a:buClrTx/>
              <a:buNone/>
            </a:pPr>
            <a:r>
              <a:rPr lang="en-IN" sz="1600" dirty="0">
                <a:solidFill>
                  <a:schemeClr val="tx1"/>
                </a:solidFill>
                <a:latin typeface="Times New Roman" panose="02020603050405020304" pitchFamily="18" charset="0"/>
                <a:cs typeface="Times New Roman" panose="02020603050405020304" pitchFamily="18" charset="0"/>
              </a:rPr>
              <a:t>	Test</a:t>
            </a:r>
            <a:r>
              <a:rPr lang="en-IN" sz="1600" b="0" i="0" dirty="0">
                <a:solidFill>
                  <a:schemeClr val="tx1"/>
                </a:solidFill>
                <a:effectLst/>
                <a:latin typeface="Times New Roman" panose="02020603050405020304" pitchFamily="18" charset="0"/>
                <a:cs typeface="Times New Roman" panose="02020603050405020304" pitchFamily="18" charset="0"/>
              </a:rPr>
              <a:t>, train &amp; validation</a:t>
            </a:r>
          </a:p>
          <a:p>
            <a:pPr algn="l" fontAlgn="base">
              <a:buClrTx/>
            </a:pPr>
            <a:r>
              <a:rPr lang="en-IN" sz="1600" b="0" i="0" dirty="0">
                <a:solidFill>
                  <a:schemeClr val="tx1"/>
                </a:solidFill>
                <a:effectLst/>
                <a:latin typeface="Times New Roman" panose="02020603050405020304" pitchFamily="18" charset="0"/>
                <a:cs typeface="Times New Roman" panose="02020603050405020304" pitchFamily="18" charset="0"/>
              </a:rPr>
              <a:t>Each split contains 36 categories of fruits and vegetables:</a:t>
            </a:r>
          </a:p>
          <a:p>
            <a:pPr marL="76200" indent="0" algn="l" fontAlgn="base">
              <a:buClrTx/>
              <a:buNone/>
            </a:pPr>
            <a:r>
              <a:rPr lang="en-IN" sz="1600" b="0" i="0" dirty="0">
                <a:solidFill>
                  <a:schemeClr val="tx1"/>
                </a:solidFill>
                <a:effectLst/>
                <a:latin typeface="Times New Roman" panose="02020603050405020304" pitchFamily="18" charset="0"/>
                <a:cs typeface="Times New Roman" panose="02020603050405020304" pitchFamily="18" charset="0"/>
              </a:rPr>
              <a:t>	Apple, banana, cabbage, cauliflower, 	cucumber, lemon, orange, pomegranate, 	potato etc..</a:t>
            </a:r>
          </a:p>
        </p:txBody>
      </p:sp>
      <p:pic>
        <p:nvPicPr>
          <p:cNvPr id="3" name="Picture 2">
            <a:extLst>
              <a:ext uri="{FF2B5EF4-FFF2-40B4-BE49-F238E27FC236}">
                <a16:creationId xmlns:a16="http://schemas.microsoft.com/office/drawing/2014/main" id="{FD530AC1-8A46-4D32-B9D8-7695EC3E474B}"/>
              </a:ext>
            </a:extLst>
          </p:cNvPr>
          <p:cNvPicPr>
            <a:picLocks noChangeAspect="1"/>
          </p:cNvPicPr>
          <p:nvPr/>
        </p:nvPicPr>
        <p:blipFill>
          <a:blip r:embed="rId3"/>
          <a:stretch>
            <a:fillRect/>
          </a:stretch>
        </p:blipFill>
        <p:spPr>
          <a:xfrm>
            <a:off x="5257800" y="1657350"/>
            <a:ext cx="3048000" cy="2543175"/>
          </a:xfrm>
          <a:prstGeom prst="rect">
            <a:avLst/>
          </a:prstGeom>
        </p:spPr>
      </p:pic>
    </p:spTree>
    <p:extLst>
      <p:ext uri="{BB962C8B-B14F-4D97-AF65-F5344CB8AC3E}">
        <p14:creationId xmlns:p14="http://schemas.microsoft.com/office/powerpoint/2010/main" val="12467761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DC2E3-312D-4A3F-9326-F18525E77C2B}"/>
              </a:ext>
            </a:extLst>
          </p:cNvPr>
          <p:cNvSpPr>
            <a:spLocks noGrp="1"/>
          </p:cNvSpPr>
          <p:nvPr>
            <p:ph type="title"/>
          </p:nvPr>
        </p:nvSpPr>
        <p:spPr/>
        <p:txBody>
          <a:bodyPr/>
          <a:lstStyle/>
          <a:p>
            <a:r>
              <a:rPr lang="en-US" sz="32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Data </a:t>
            </a:r>
            <a:r>
              <a:rPr lang="en-US" sz="3200" b="1" dirty="0">
                <a:latin typeface="Times New Roman" panose="02020603050405020304" pitchFamily="18" charset="0"/>
                <a:ea typeface="Calibri" panose="020F0502020204030204" pitchFamily="34" charset="0"/>
                <a:cs typeface="Times New Roman" panose="02020603050405020304" pitchFamily="18" charset="0"/>
              </a:rPr>
              <a:t>Pre-</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Processing</a:t>
            </a:r>
            <a:endParaRPr lang="en-IN" sz="3200" b="1" dirty="0"/>
          </a:p>
        </p:txBody>
      </p:sp>
      <p:sp>
        <p:nvSpPr>
          <p:cNvPr id="3" name="Text Placeholder 2">
            <a:extLst>
              <a:ext uri="{FF2B5EF4-FFF2-40B4-BE49-F238E27FC236}">
                <a16:creationId xmlns:a16="http://schemas.microsoft.com/office/drawing/2014/main" id="{2B7A7437-23F5-4F2E-919C-94F7F7A6FDBC}"/>
              </a:ext>
            </a:extLst>
          </p:cNvPr>
          <p:cNvSpPr>
            <a:spLocks noGrp="1"/>
          </p:cNvSpPr>
          <p:nvPr>
            <p:ph type="body" idx="1"/>
          </p:nvPr>
        </p:nvSpPr>
        <p:spPr>
          <a:xfrm>
            <a:off x="661054" y="1599700"/>
            <a:ext cx="7843200" cy="2886000"/>
          </a:xfrm>
        </p:spPr>
        <p:txBody>
          <a:bodyPr/>
          <a:lstStyle/>
          <a:p>
            <a:r>
              <a:rPr lang="en-US" sz="1800" dirty="0">
                <a:latin typeface="Times New Roman" panose="02020603050405020304" pitchFamily="18" charset="0"/>
                <a:cs typeface="Times New Roman" panose="02020603050405020304" pitchFamily="18" charset="0"/>
              </a:rPr>
              <a:t>In order for the recognition to take place, the image has to be loaded into the system. This is done by choosing an RGB file from a directory. The image is then passed onto the preprocessing. The pre-processing used in this system is resizing the images to 224 × 224 dimensions in order to speed up the performance of the other processes and makes it easier for the system to process the features to be extracted from the image.</a:t>
            </a:r>
          </a:p>
          <a:p>
            <a:r>
              <a:rPr lang="en-US" sz="1800" dirty="0">
                <a:solidFill>
                  <a:schemeClr val="tx1"/>
                </a:solidFill>
                <a:latin typeface="Times New Roman" panose="02020603050405020304" pitchFamily="18" charset="0"/>
                <a:cs typeface="Times New Roman" panose="02020603050405020304" pitchFamily="18" charset="0"/>
              </a:rPr>
              <a:t>As mentioned images were resized to 224,224 and the add the input tensor of shape (224, 224 , 3) to the pretrained MobileNetV2  model, here 3 is number of channels.</a:t>
            </a:r>
          </a:p>
          <a:p>
            <a:endParaRPr lang="en-US"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9487E4B0-E47E-426D-8057-2B116BEC620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a:t>
            </a:fld>
            <a:endParaRPr lang="en"/>
          </a:p>
        </p:txBody>
      </p:sp>
    </p:spTree>
    <p:extLst>
      <p:ext uri="{BB962C8B-B14F-4D97-AF65-F5344CB8AC3E}">
        <p14:creationId xmlns:p14="http://schemas.microsoft.com/office/powerpoint/2010/main" val="42342274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A3B54-E103-474F-A64E-B6875670B155}"/>
              </a:ext>
            </a:extLst>
          </p:cNvPr>
          <p:cNvSpPr>
            <a:spLocks noGrp="1"/>
          </p:cNvSpPr>
          <p:nvPr>
            <p:ph type="title"/>
          </p:nvPr>
        </p:nvSpPr>
        <p:spPr>
          <a:xfrm>
            <a:off x="457200" y="392825"/>
            <a:ext cx="7843200" cy="653700"/>
          </a:xfrm>
        </p:spPr>
        <p:txBody>
          <a:bodyPr/>
          <a:lstStyle/>
          <a:p>
            <a:r>
              <a:rPr lang="en-US" sz="3200" b="1" dirty="0">
                <a:latin typeface="Times New Roman" panose="02020603050405020304" pitchFamily="18" charset="0"/>
                <a:cs typeface="Times New Roman" panose="02020603050405020304" pitchFamily="18" charset="0"/>
              </a:rPr>
              <a:t>Feature extraction &amp; classification</a:t>
            </a:r>
            <a:endParaRPr lang="en-IN" sz="32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35C93CC5-E668-4B02-A67A-5C91C6E700F3}"/>
              </a:ext>
            </a:extLst>
          </p:cNvPr>
          <p:cNvSpPr>
            <a:spLocks noGrp="1"/>
          </p:cNvSpPr>
          <p:nvPr>
            <p:ph type="body" idx="1"/>
          </p:nvPr>
        </p:nvSpPr>
        <p:spPr>
          <a:xfrm>
            <a:off x="661100" y="1428750"/>
            <a:ext cx="8330500" cy="3505200"/>
          </a:xfrm>
        </p:spPr>
        <p:txBody>
          <a:bodyPr/>
          <a:lstStyle/>
          <a:p>
            <a:endParaRPr lang="en-US" dirty="0"/>
          </a:p>
          <a:p>
            <a:endParaRPr lang="en-IN" dirty="0"/>
          </a:p>
          <a:p>
            <a:endParaRPr lang="en-IN" dirty="0"/>
          </a:p>
          <a:p>
            <a:endParaRPr lang="en-IN" dirty="0"/>
          </a:p>
          <a:p>
            <a:pPr marL="76200" indent="0">
              <a:buNone/>
            </a:pPr>
            <a:endParaRPr lang="en-IN" dirty="0"/>
          </a:p>
        </p:txBody>
      </p:sp>
      <p:sp>
        <p:nvSpPr>
          <p:cNvPr id="4" name="Slide Number Placeholder 3">
            <a:extLst>
              <a:ext uri="{FF2B5EF4-FFF2-40B4-BE49-F238E27FC236}">
                <a16:creationId xmlns:a16="http://schemas.microsoft.com/office/drawing/2014/main" id="{5F9D6515-8AED-4434-B93B-D38F06C5987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12</a:t>
            </a:fld>
            <a:endParaRPr lang="en"/>
          </a:p>
        </p:txBody>
      </p:sp>
      <p:pic>
        <p:nvPicPr>
          <p:cNvPr id="8" name="Picture 7">
            <a:extLst>
              <a:ext uri="{FF2B5EF4-FFF2-40B4-BE49-F238E27FC236}">
                <a16:creationId xmlns:a16="http://schemas.microsoft.com/office/drawing/2014/main" id="{87320CA9-99F0-4B8F-A806-EF91D82EAE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1100" y="1318000"/>
            <a:ext cx="7843154" cy="1863350"/>
          </a:xfrm>
          <a:prstGeom prst="rect">
            <a:avLst/>
          </a:prstGeom>
        </p:spPr>
      </p:pic>
      <p:sp>
        <p:nvSpPr>
          <p:cNvPr id="9" name="TextBox 8">
            <a:extLst>
              <a:ext uri="{FF2B5EF4-FFF2-40B4-BE49-F238E27FC236}">
                <a16:creationId xmlns:a16="http://schemas.microsoft.com/office/drawing/2014/main" id="{D678DB52-33BE-4FA4-9252-34468473FA0F}"/>
              </a:ext>
            </a:extLst>
          </p:cNvPr>
          <p:cNvSpPr txBox="1"/>
          <p:nvPr/>
        </p:nvSpPr>
        <p:spPr>
          <a:xfrm>
            <a:off x="685800" y="3257550"/>
            <a:ext cx="7843154" cy="1661993"/>
          </a:xfrm>
          <a:prstGeom prst="rect">
            <a:avLst/>
          </a:prstGeom>
          <a:noFill/>
        </p:spPr>
        <p:txBody>
          <a:bodyPr wrap="square" rtlCol="0">
            <a:spAutoFit/>
          </a:bodyPr>
          <a:lstStyle/>
          <a:p>
            <a:endParaRPr lang="en-US" sz="16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We are using the MobilenetV2 architecture. MobileNetV2 is a convolutional neural network architecture that seeks to perform well on mobile devices. It is based on an inverted residual structure where the residual connections are between the bottleneck layers. MobilenetV2 support any input size greater than 32 x 32</a:t>
            </a:r>
          </a:p>
          <a:p>
            <a:endParaRPr lang="en-IN" dirty="0"/>
          </a:p>
        </p:txBody>
      </p:sp>
    </p:spTree>
    <p:extLst>
      <p:ext uri="{BB962C8B-B14F-4D97-AF65-F5344CB8AC3E}">
        <p14:creationId xmlns:p14="http://schemas.microsoft.com/office/powerpoint/2010/main" val="27955407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828AF-088B-4DE9-8D5E-0CA847183688}"/>
              </a:ext>
            </a:extLst>
          </p:cNvPr>
          <p:cNvSpPr>
            <a:spLocks noGrp="1"/>
          </p:cNvSpPr>
          <p:nvPr>
            <p:ph type="title"/>
          </p:nvPr>
        </p:nvSpPr>
        <p:spPr>
          <a:xfrm>
            <a:off x="533400" y="361950"/>
            <a:ext cx="7843200" cy="653700"/>
          </a:xfrm>
        </p:spPr>
        <p:txBody>
          <a:bodyPr/>
          <a:lstStyle/>
          <a:p>
            <a:r>
              <a:rPr lang="en-US" sz="3200" dirty="0">
                <a:latin typeface="Times New Roman" panose="02020603050405020304" pitchFamily="18" charset="0"/>
                <a:cs typeface="Times New Roman" panose="02020603050405020304" pitchFamily="18" charset="0"/>
              </a:rPr>
              <a:t>MobileNetV2</a:t>
            </a:r>
            <a:endParaRPr lang="en-IN" sz="32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03D32BEC-84AA-4CD4-B57A-5674F2D590F8}"/>
              </a:ext>
            </a:extLst>
          </p:cNvPr>
          <p:cNvSpPr>
            <a:spLocks noGrp="1"/>
          </p:cNvSpPr>
          <p:nvPr>
            <p:ph type="body" idx="1"/>
          </p:nvPr>
        </p:nvSpPr>
        <p:spPr>
          <a:xfrm>
            <a:off x="661100" y="1318000"/>
            <a:ext cx="7843154" cy="3167700"/>
          </a:xfrm>
        </p:spPr>
        <p:txBody>
          <a:bodyPr/>
          <a:lstStyle/>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In MobileNetV2, there are two types of blocks. One is residual block with stride of another one is block with stride of 2 for downsizing.</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There are 3 layers for both types of blocks.</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This time, the first layer is 1×1 convolution with ReLU6.</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second layer is the depth wise convolution.</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third layer is another 1×1 convolution but without any non-linearity. It is claimed that if RELU is used again, the deep networks only have the power of a linear classifier on the non-zero volume part of the output domain.</a:t>
            </a:r>
            <a:endParaRPr lang="en-IN" sz="1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70237216-9A4B-4A9B-AF39-F85FB69F2F5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13</a:t>
            </a:fld>
            <a:endParaRPr lang="en"/>
          </a:p>
        </p:txBody>
      </p:sp>
    </p:spTree>
    <p:extLst>
      <p:ext uri="{BB962C8B-B14F-4D97-AF65-F5344CB8AC3E}">
        <p14:creationId xmlns:p14="http://schemas.microsoft.com/office/powerpoint/2010/main" val="31079579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C79D89B-D53F-444D-A281-ECE769B3912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14</a:t>
            </a:fld>
            <a:endParaRPr lang="en"/>
          </a:p>
        </p:txBody>
      </p:sp>
      <p:pic>
        <p:nvPicPr>
          <p:cNvPr id="3" name="Picture 2">
            <a:extLst>
              <a:ext uri="{FF2B5EF4-FFF2-40B4-BE49-F238E27FC236}">
                <a16:creationId xmlns:a16="http://schemas.microsoft.com/office/drawing/2014/main" id="{400D4D39-C11B-41EE-85CF-AD30606D63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95600" y="895350"/>
            <a:ext cx="5638800" cy="3733800"/>
          </a:xfrm>
          <a:prstGeom prst="rect">
            <a:avLst/>
          </a:prstGeom>
        </p:spPr>
      </p:pic>
      <p:sp>
        <p:nvSpPr>
          <p:cNvPr id="4" name="TextBox 3">
            <a:extLst>
              <a:ext uri="{FF2B5EF4-FFF2-40B4-BE49-F238E27FC236}">
                <a16:creationId xmlns:a16="http://schemas.microsoft.com/office/drawing/2014/main" id="{543D3060-D098-3481-6DB0-6DC991FE7983}"/>
              </a:ext>
            </a:extLst>
          </p:cNvPr>
          <p:cNvSpPr txBox="1"/>
          <p:nvPr/>
        </p:nvSpPr>
        <p:spPr>
          <a:xfrm>
            <a:off x="457200" y="438150"/>
            <a:ext cx="2819400" cy="584775"/>
          </a:xfrm>
          <a:prstGeom prst="rect">
            <a:avLst/>
          </a:prstGeom>
          <a:noFill/>
        </p:spPr>
        <p:txBody>
          <a:bodyPr wrap="square" rtlCol="0">
            <a:spAutoFit/>
          </a:bodyPr>
          <a:lstStyle/>
          <a:p>
            <a:r>
              <a:rPr lang="en-US" sz="3200" b="1" dirty="0">
                <a:solidFill>
                  <a:schemeClr val="tx1"/>
                </a:solidFill>
                <a:latin typeface="Times New Roman" panose="02020603050405020304" pitchFamily="18" charset="0"/>
                <a:cs typeface="Times New Roman" panose="02020603050405020304" pitchFamily="18" charset="0"/>
              </a:rPr>
              <a:t>Flow of model</a:t>
            </a:r>
            <a:endParaRPr lang="en-IN" sz="3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51790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0EBEF-AD6D-40D3-853B-CC79ECDD7544}"/>
              </a:ext>
            </a:extLst>
          </p:cNvPr>
          <p:cNvSpPr>
            <a:spLocks noGrp="1"/>
          </p:cNvSpPr>
          <p:nvPr>
            <p:ph type="title"/>
          </p:nvPr>
        </p:nvSpPr>
        <p:spPr>
          <a:xfrm>
            <a:off x="381000" y="351350"/>
            <a:ext cx="7843200" cy="653700"/>
          </a:xfrm>
        </p:spPr>
        <p:txBody>
          <a:bodyPr/>
          <a:lstStyle/>
          <a:p>
            <a:r>
              <a:rPr lang="en-US" sz="3200" b="1" dirty="0">
                <a:latin typeface="Times New Roman" panose="02020603050405020304" pitchFamily="18" charset="0"/>
                <a:cs typeface="Times New Roman" panose="02020603050405020304" pitchFamily="18" charset="0"/>
              </a:rPr>
              <a:t>Calorie &amp; Fat Content Extraction</a:t>
            </a:r>
            <a:endParaRPr lang="en-IN" sz="32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0DBCC6B4-FEE8-4C7C-8F34-9449C1BF9427}"/>
              </a:ext>
            </a:extLst>
          </p:cNvPr>
          <p:cNvSpPr>
            <a:spLocks noGrp="1"/>
          </p:cNvSpPr>
          <p:nvPr>
            <p:ph type="body" idx="1"/>
          </p:nvPr>
        </p:nvSpPr>
        <p:spPr>
          <a:xfrm>
            <a:off x="457200" y="901350"/>
            <a:ext cx="8047054" cy="3692150"/>
          </a:xfrm>
        </p:spPr>
        <p:txBody>
          <a:bodyPr/>
          <a:lstStyle/>
          <a:p>
            <a:r>
              <a:rPr kumimoji="0" lang="en-US" altLang="en-US" sz="1800" b="0" i="0" u="none" strike="noStrike" cap="none" normalizeH="0" baseline="0" dirty="0">
                <a:ln>
                  <a:noFill/>
                </a:ln>
                <a:solidFill>
                  <a:srgbClr val="070707"/>
                </a:solidFill>
                <a:effectLst/>
                <a:latin typeface="Times New Roman" panose="02020603050405020304" pitchFamily="18" charset="0"/>
                <a:ea typeface="Times New Roman" panose="02020603050405020304" pitchFamily="18" charset="0"/>
                <a:cs typeface="Times New Roman" panose="02020603050405020304" pitchFamily="18" charset="0"/>
              </a:rPr>
              <a:t>Once the image is categorized and classified into fruit/vegetable the labels are mapped accordingly, and the class of input is predicted. The predicted class is sent as an input to extract or retrieve calories from websites using web scraping. Here </a:t>
            </a:r>
            <a:r>
              <a:rPr kumimoji="0" lang="en-US" altLang="en-US" sz="1800" b="0" i="0" u="none" strike="noStrike" cap="none" normalizeH="0" baseline="0" dirty="0" err="1">
                <a:ln>
                  <a:noFill/>
                </a:ln>
                <a:solidFill>
                  <a:srgbClr val="070707"/>
                </a:solidFill>
                <a:effectLst/>
                <a:latin typeface="Times New Roman" panose="02020603050405020304" pitchFamily="18" charset="0"/>
                <a:ea typeface="Times New Roman" panose="02020603050405020304" pitchFamily="18" charset="0"/>
                <a:cs typeface="Times New Roman" panose="02020603050405020304" pitchFamily="18" charset="0"/>
              </a:rPr>
              <a:t>Beautifulsoup</a:t>
            </a:r>
            <a:r>
              <a:rPr kumimoji="0" lang="en-US" altLang="en-US" sz="1800" b="0" i="0" u="none" strike="noStrike" cap="none" normalizeH="0" baseline="0" dirty="0">
                <a:ln>
                  <a:noFill/>
                </a:ln>
                <a:solidFill>
                  <a:srgbClr val="070707"/>
                </a:solidFill>
                <a:effectLst/>
                <a:latin typeface="Times New Roman" panose="02020603050405020304" pitchFamily="18" charset="0"/>
                <a:ea typeface="Times New Roman" panose="02020603050405020304" pitchFamily="18" charset="0"/>
                <a:cs typeface="Times New Roman" panose="02020603050405020304" pitchFamily="18" charset="0"/>
              </a:rPr>
              <a:t> and requests are used for scrapping the calories and fat content from the internet for the predicted object.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rgbClr val="070707"/>
                </a:solidFill>
                <a:effectLst/>
                <a:latin typeface="Times New Roman" panose="02020603050405020304" pitchFamily="18" charset="0"/>
                <a:ea typeface="Times New Roman" panose="02020603050405020304" pitchFamily="18" charset="0"/>
                <a:cs typeface="Times New Roman" panose="02020603050405020304" pitchFamily="18" charset="0"/>
              </a:rPr>
              <a:t> Recommending Weekly Diet Plans	</a:t>
            </a:r>
          </a:p>
          <a:p>
            <a:pPr marL="342900" indent="-342900" algn="just" eaLnBrk="0" fontAlgn="base" hangingPunct="0">
              <a:lnSpc>
                <a:spcPct val="100000"/>
              </a:lnSpc>
              <a:spcBef>
                <a:spcPct val="0"/>
              </a:spcBef>
              <a:spcAft>
                <a:spcPct val="0"/>
              </a:spcAft>
              <a:buSzTx/>
              <a:buFont typeface="Wingdings" panose="05000000000000000000" pitchFamily="2" charset="2"/>
              <a:buChar char="§"/>
            </a:pPr>
            <a:r>
              <a:rPr kumimoji="0" lang="en-US" altLang="en-US" sz="1800" b="0" i="0" u="none" strike="noStrike" cap="none" normalizeH="0" baseline="0" dirty="0">
                <a:ln>
                  <a:noFill/>
                </a:ln>
                <a:solidFill>
                  <a:srgbClr val="070707"/>
                </a:solidFill>
                <a:effectLst/>
                <a:latin typeface="Times New Roman" panose="02020603050405020304" pitchFamily="18" charset="0"/>
                <a:ea typeface="Times New Roman" panose="02020603050405020304" pitchFamily="18" charset="0"/>
                <a:cs typeface="Times New Roman" panose="02020603050405020304" pitchFamily="18" charset="0"/>
              </a:rPr>
              <a:t>The weekly dietary plans are suggested for the people who are suffering with diseases like high blood pressure, rheumatoid arthritis, high cholesterol etc. For this the user need to click on go to diet plan, at the bottom the user can see two options like “read more” and “view diet plan”. In the view diet plan the user can able to see weekly diet plan for respective disease and in the read more the user can able to view the information regarding disease like causes symptoms </a:t>
            </a:r>
            <a:r>
              <a:rPr kumimoji="0" lang="en-US" altLang="en-US" sz="1800" b="0" i="0" u="none" strike="noStrike" cap="none" normalizeH="0" baseline="0" dirty="0" err="1">
                <a:ln>
                  <a:noFill/>
                </a:ln>
                <a:solidFill>
                  <a:srgbClr val="070707"/>
                </a:solidFill>
                <a:effectLst/>
                <a:latin typeface="Times New Roman" panose="02020603050405020304" pitchFamily="18" charset="0"/>
                <a:ea typeface="Times New Roman" panose="02020603050405020304" pitchFamily="18" charset="0"/>
                <a:cs typeface="Times New Roman" panose="02020603050405020304" pitchFamily="18" charset="0"/>
              </a:rPr>
              <a:t>etc</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endParaRPr lang="en-IN" sz="1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B70F559E-0D9B-4A47-8992-E4908F0A630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15</a:t>
            </a:fld>
            <a:endParaRPr lang="en"/>
          </a:p>
        </p:txBody>
      </p:sp>
    </p:spTree>
    <p:extLst>
      <p:ext uri="{BB962C8B-B14F-4D97-AF65-F5344CB8AC3E}">
        <p14:creationId xmlns:p14="http://schemas.microsoft.com/office/powerpoint/2010/main" val="29678729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4472E98-B8ED-457F-9F13-0410FC6F294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16</a:t>
            </a:fld>
            <a:endParaRPr lang="en"/>
          </a:p>
        </p:txBody>
      </p:sp>
      <p:sp>
        <p:nvSpPr>
          <p:cNvPr id="37" name="TextBox 36">
            <a:extLst>
              <a:ext uri="{FF2B5EF4-FFF2-40B4-BE49-F238E27FC236}">
                <a16:creationId xmlns:a16="http://schemas.microsoft.com/office/drawing/2014/main" id="{02430C67-2BC8-4C18-B277-5470193B80AB}"/>
              </a:ext>
            </a:extLst>
          </p:cNvPr>
          <p:cNvSpPr txBox="1"/>
          <p:nvPr/>
        </p:nvSpPr>
        <p:spPr>
          <a:xfrm>
            <a:off x="457200" y="361950"/>
            <a:ext cx="2326482" cy="1015663"/>
          </a:xfrm>
          <a:prstGeom prst="rect">
            <a:avLst/>
          </a:prstGeom>
          <a:noFill/>
        </p:spPr>
        <p:txBody>
          <a:bodyPr wrap="square" rtlCol="0">
            <a:spAutoFit/>
          </a:bodyPr>
          <a:lstStyle/>
          <a:p>
            <a:r>
              <a:rPr lang="en-US" sz="3000" b="1" dirty="0">
                <a:latin typeface="Times New Roman" panose="02020603050405020304" pitchFamily="18" charset="0"/>
                <a:cs typeface="Times New Roman" panose="02020603050405020304" pitchFamily="18" charset="0"/>
              </a:rPr>
              <a:t>Flow Chart Case 1:</a:t>
            </a:r>
            <a:endParaRPr lang="en-IN" sz="30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070A496-0F68-46B0-BA0F-E6B52CCAB46D}"/>
              </a:ext>
            </a:extLst>
          </p:cNvPr>
          <p:cNvPicPr>
            <a:picLocks noChangeAspect="1"/>
          </p:cNvPicPr>
          <p:nvPr/>
        </p:nvPicPr>
        <p:blipFill>
          <a:blip r:embed="rId2"/>
          <a:stretch>
            <a:fillRect/>
          </a:stretch>
        </p:blipFill>
        <p:spPr>
          <a:xfrm>
            <a:off x="2783682" y="514350"/>
            <a:ext cx="4338856" cy="4114800"/>
          </a:xfrm>
          <a:prstGeom prst="rect">
            <a:avLst/>
          </a:prstGeom>
        </p:spPr>
      </p:pic>
    </p:spTree>
    <p:extLst>
      <p:ext uri="{BB962C8B-B14F-4D97-AF65-F5344CB8AC3E}">
        <p14:creationId xmlns:p14="http://schemas.microsoft.com/office/powerpoint/2010/main" val="27359311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4472E98-B8ED-457F-9F13-0410FC6F294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17</a:t>
            </a:fld>
            <a:endParaRPr lang="en"/>
          </a:p>
        </p:txBody>
      </p:sp>
      <p:sp>
        <p:nvSpPr>
          <p:cNvPr id="37" name="TextBox 36">
            <a:extLst>
              <a:ext uri="{FF2B5EF4-FFF2-40B4-BE49-F238E27FC236}">
                <a16:creationId xmlns:a16="http://schemas.microsoft.com/office/drawing/2014/main" id="{02430C67-2BC8-4C18-B277-5470193B80AB}"/>
              </a:ext>
            </a:extLst>
          </p:cNvPr>
          <p:cNvSpPr txBox="1"/>
          <p:nvPr/>
        </p:nvSpPr>
        <p:spPr>
          <a:xfrm>
            <a:off x="381000" y="438150"/>
            <a:ext cx="2133600" cy="1015663"/>
          </a:xfrm>
          <a:prstGeom prst="rect">
            <a:avLst/>
          </a:prstGeom>
          <a:noFill/>
        </p:spPr>
        <p:txBody>
          <a:bodyPr wrap="square" rtlCol="0">
            <a:spAutoFit/>
          </a:bodyPr>
          <a:lstStyle/>
          <a:p>
            <a:r>
              <a:rPr lang="en-US" sz="3000" b="1" dirty="0">
                <a:latin typeface="Times New Roman" panose="02020603050405020304" pitchFamily="18" charset="0"/>
                <a:cs typeface="Times New Roman" panose="02020603050405020304" pitchFamily="18" charset="0"/>
              </a:rPr>
              <a:t>Flow Chart Case 2:</a:t>
            </a:r>
            <a:endParaRPr lang="en-IN" sz="30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CC30FE4-3559-4478-BF17-2BE9FD7149D9}"/>
              </a:ext>
            </a:extLst>
          </p:cNvPr>
          <p:cNvPicPr>
            <a:picLocks noChangeAspect="1"/>
          </p:cNvPicPr>
          <p:nvPr/>
        </p:nvPicPr>
        <p:blipFill>
          <a:blip r:embed="rId2"/>
          <a:stretch>
            <a:fillRect/>
          </a:stretch>
        </p:blipFill>
        <p:spPr>
          <a:xfrm>
            <a:off x="2667000" y="514350"/>
            <a:ext cx="4853101" cy="4114800"/>
          </a:xfrm>
          <a:prstGeom prst="rect">
            <a:avLst/>
          </a:prstGeom>
        </p:spPr>
      </p:pic>
    </p:spTree>
    <p:extLst>
      <p:ext uri="{BB962C8B-B14F-4D97-AF65-F5344CB8AC3E}">
        <p14:creationId xmlns:p14="http://schemas.microsoft.com/office/powerpoint/2010/main" val="28776713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E7884-1F62-459E-B21F-8EBE296F3FF9}"/>
              </a:ext>
            </a:extLst>
          </p:cNvPr>
          <p:cNvSpPr>
            <a:spLocks noGrp="1"/>
          </p:cNvSpPr>
          <p:nvPr>
            <p:ph type="title"/>
          </p:nvPr>
        </p:nvSpPr>
        <p:spPr>
          <a:xfrm>
            <a:off x="381000" y="285750"/>
            <a:ext cx="7843200" cy="653700"/>
          </a:xfrm>
        </p:spPr>
        <p:txBody>
          <a:bodyPr/>
          <a:lstStyle/>
          <a:p>
            <a:r>
              <a:rPr lang="en-US" sz="3200" dirty="0">
                <a:latin typeface="Times New Roman" panose="02020603050405020304" pitchFamily="18" charset="0"/>
                <a:cs typeface="Times New Roman" panose="02020603050405020304" pitchFamily="18" charset="0"/>
              </a:rPr>
              <a:t>Model Deployment</a:t>
            </a:r>
            <a:endParaRPr lang="en-IN" sz="32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5EEFD4AE-C398-4089-A2C4-97E4835DBA02}"/>
              </a:ext>
            </a:extLst>
          </p:cNvPr>
          <p:cNvSpPr>
            <a:spLocks noGrp="1"/>
          </p:cNvSpPr>
          <p:nvPr>
            <p:ph type="body" idx="1"/>
          </p:nvPr>
        </p:nvSpPr>
        <p:spPr>
          <a:xfrm>
            <a:off x="507673" y="1200150"/>
            <a:ext cx="7589853" cy="3181850"/>
          </a:xfrm>
        </p:spPr>
        <p:txBody>
          <a:bodyPr/>
          <a:lstStyle/>
          <a:p>
            <a:r>
              <a:rPr lang="en-US" sz="1800" dirty="0">
                <a:effectLst/>
                <a:latin typeface="Times New Roman" panose="02020603050405020304" pitchFamily="18" charset="0"/>
                <a:ea typeface="Calibri" panose="020F0502020204030204" pitchFamily="34" charset="0"/>
              </a:rPr>
              <a:t>After acquiring a satisfied model accuracy, the model architecture together with its weights were all frozen, saved as hd5 file and converted into constants using TensorFlow library. Firstly, the load model library from the </a:t>
            </a:r>
            <a:r>
              <a:rPr lang="en-US" sz="1800" dirty="0" err="1">
                <a:effectLst/>
                <a:latin typeface="Times New Roman" panose="02020603050405020304" pitchFamily="18" charset="0"/>
                <a:ea typeface="Calibri" panose="020F0502020204030204" pitchFamily="34" charset="0"/>
              </a:rPr>
              <a:t>tensorflow.keras.models</a:t>
            </a:r>
            <a:r>
              <a:rPr lang="en-US" sz="1800" dirty="0">
                <a:effectLst/>
                <a:latin typeface="Times New Roman" panose="02020603050405020304" pitchFamily="18" charset="0"/>
                <a:ea typeface="Calibri" panose="020F0502020204030204" pitchFamily="34" charset="0"/>
              </a:rPr>
              <a:t> package is used to load the best model to access anytime. After saving the model, web app is developed using </a:t>
            </a:r>
            <a:r>
              <a:rPr lang="en-US" sz="1800" dirty="0" err="1">
                <a:effectLst/>
                <a:latin typeface="Times New Roman" panose="02020603050405020304" pitchFamily="18" charset="0"/>
                <a:ea typeface="Calibri" panose="020F0502020204030204" pitchFamily="34" charset="0"/>
              </a:rPr>
              <a:t>streamlit</a:t>
            </a:r>
            <a:r>
              <a:rPr lang="en-US" sz="1800" dirty="0">
                <a:effectLst/>
                <a:latin typeface="Times New Roman" panose="02020603050405020304" pitchFamily="18" charset="0"/>
                <a:ea typeface="Calibri" panose="020F0502020204030204" pitchFamily="34" charset="0"/>
              </a:rPr>
              <a:t> in local machine by installing required libraries as mentioned in software tools. The application code </a:t>
            </a:r>
            <a:r>
              <a:rPr lang="en-US" sz="1800" dirty="0" err="1">
                <a:effectLst/>
                <a:latin typeface="Times New Roman" panose="02020603050405020304" pitchFamily="18" charset="0"/>
                <a:ea typeface="Calibri" panose="020F0502020204030204" pitchFamily="34" charset="0"/>
              </a:rPr>
              <a:t>ofstreamlit</a:t>
            </a:r>
            <a:r>
              <a:rPr lang="en-US" sz="1800" dirty="0">
                <a:effectLst/>
                <a:latin typeface="Times New Roman" panose="02020603050405020304" pitchFamily="18" charset="0"/>
                <a:ea typeface="Calibri" panose="020F0502020204030204" pitchFamily="34" charset="0"/>
              </a:rPr>
              <a:t> consists of GUI for app, model processing code, image saving and prediction code and code for </a:t>
            </a:r>
            <a:r>
              <a:rPr lang="en-US" sz="1800" dirty="0">
                <a:solidFill>
                  <a:srgbClr val="070707"/>
                </a:solidFill>
                <a:effectLst/>
                <a:latin typeface="Times New Roman" panose="02020603050405020304" pitchFamily="18" charset="0"/>
                <a:ea typeface="Calibri" panose="020F0502020204030204" pitchFamily="34" charset="0"/>
              </a:rPr>
              <a:t>fetching the calories and total fat count for a particular class using Web scraping.</a:t>
            </a:r>
            <a:endParaRPr lang="en-IN" dirty="0"/>
          </a:p>
        </p:txBody>
      </p:sp>
      <p:sp>
        <p:nvSpPr>
          <p:cNvPr id="4" name="Slide Number Placeholder 3">
            <a:extLst>
              <a:ext uri="{FF2B5EF4-FFF2-40B4-BE49-F238E27FC236}">
                <a16:creationId xmlns:a16="http://schemas.microsoft.com/office/drawing/2014/main" id="{3F5211BF-7B97-4A82-A91B-0ADA168FFBE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18</a:t>
            </a:fld>
            <a:endParaRPr lang="en"/>
          </a:p>
        </p:txBody>
      </p:sp>
    </p:spTree>
    <p:extLst>
      <p:ext uri="{BB962C8B-B14F-4D97-AF65-F5344CB8AC3E}">
        <p14:creationId xmlns:p14="http://schemas.microsoft.com/office/powerpoint/2010/main" val="11696536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E76DA-D347-4732-8C60-C7742F7515E9}"/>
              </a:ext>
            </a:extLst>
          </p:cNvPr>
          <p:cNvSpPr>
            <a:spLocks noGrp="1"/>
          </p:cNvSpPr>
          <p:nvPr>
            <p:ph type="title"/>
          </p:nvPr>
        </p:nvSpPr>
        <p:spPr>
          <a:xfrm>
            <a:off x="457200" y="438150"/>
            <a:ext cx="7843200" cy="653700"/>
          </a:xfrm>
        </p:spPr>
        <p:txBody>
          <a:bodyPr/>
          <a:lstStyle/>
          <a:p>
            <a:r>
              <a:rPr lang="en-US" sz="3200" b="1" dirty="0">
                <a:latin typeface="Times New Roman" panose="02020603050405020304" pitchFamily="18" charset="0"/>
                <a:cs typeface="Times New Roman" panose="02020603050405020304" pitchFamily="18" charset="0"/>
              </a:rPr>
              <a:t>RESULTS:</a:t>
            </a:r>
            <a:endParaRPr lang="en-IN" sz="32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F34D6903-BA30-4AF6-81EB-F15C12ED44D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56E94E1-111D-4603-B609-5F9E8955A09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19</a:t>
            </a:fld>
            <a:endParaRPr lang="en"/>
          </a:p>
        </p:txBody>
      </p:sp>
      <p:pic>
        <p:nvPicPr>
          <p:cNvPr id="5" name="Picture 4">
            <a:extLst>
              <a:ext uri="{FF2B5EF4-FFF2-40B4-BE49-F238E27FC236}">
                <a16:creationId xmlns:a16="http://schemas.microsoft.com/office/drawing/2014/main" id="{323B828F-694A-4EA5-B5A9-EB3354E8A59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99775" y="1504950"/>
            <a:ext cx="6650700" cy="2896169"/>
          </a:xfrm>
          <a:prstGeom prst="rect">
            <a:avLst/>
          </a:prstGeom>
        </p:spPr>
      </p:pic>
    </p:spTree>
    <p:extLst>
      <p:ext uri="{BB962C8B-B14F-4D97-AF65-F5344CB8AC3E}">
        <p14:creationId xmlns:p14="http://schemas.microsoft.com/office/powerpoint/2010/main" val="16184171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8478CF5-2CC0-4B6C-8097-DF6B9C57C8A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20</a:t>
            </a:fld>
            <a:endParaRPr lang="en"/>
          </a:p>
        </p:txBody>
      </p:sp>
      <p:pic>
        <p:nvPicPr>
          <p:cNvPr id="7" name="Picture 6">
            <a:extLst>
              <a:ext uri="{FF2B5EF4-FFF2-40B4-BE49-F238E27FC236}">
                <a16:creationId xmlns:a16="http://schemas.microsoft.com/office/drawing/2014/main" id="{03FF7AD6-28CE-1584-BD0E-228F9B52EEC9}"/>
              </a:ext>
            </a:extLst>
          </p:cNvPr>
          <p:cNvPicPr>
            <a:picLocks noChangeAspect="1"/>
          </p:cNvPicPr>
          <p:nvPr/>
        </p:nvPicPr>
        <p:blipFill>
          <a:blip r:embed="rId2"/>
          <a:stretch>
            <a:fillRect/>
          </a:stretch>
        </p:blipFill>
        <p:spPr>
          <a:xfrm>
            <a:off x="609600" y="514350"/>
            <a:ext cx="7924800" cy="4114800"/>
          </a:xfrm>
          <a:prstGeom prst="rect">
            <a:avLst/>
          </a:prstGeom>
        </p:spPr>
      </p:pic>
    </p:spTree>
    <p:extLst>
      <p:ext uri="{BB962C8B-B14F-4D97-AF65-F5344CB8AC3E}">
        <p14:creationId xmlns:p14="http://schemas.microsoft.com/office/powerpoint/2010/main" val="33703863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EA6F0F5-81A9-AB5B-BEEF-4FBF6A66DF7D}"/>
              </a:ext>
            </a:extLst>
          </p:cNvPr>
          <p:cNvPicPr>
            <a:picLocks noChangeAspect="1"/>
          </p:cNvPicPr>
          <p:nvPr/>
        </p:nvPicPr>
        <p:blipFill>
          <a:blip r:embed="rId2"/>
          <a:stretch>
            <a:fillRect/>
          </a:stretch>
        </p:blipFill>
        <p:spPr>
          <a:xfrm>
            <a:off x="609600" y="514350"/>
            <a:ext cx="7924800" cy="4114800"/>
          </a:xfrm>
          <a:prstGeom prst="rect">
            <a:avLst/>
          </a:prstGeom>
        </p:spPr>
      </p:pic>
    </p:spTree>
    <p:extLst>
      <p:ext uri="{BB962C8B-B14F-4D97-AF65-F5344CB8AC3E}">
        <p14:creationId xmlns:p14="http://schemas.microsoft.com/office/powerpoint/2010/main" val="27314879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9"/>
          <p:cNvSpPr txBox="1">
            <a:spLocks noGrp="1"/>
          </p:cNvSpPr>
          <p:nvPr>
            <p:ph type="title"/>
          </p:nvPr>
        </p:nvSpPr>
        <p:spPr>
          <a:xfrm>
            <a:off x="473869" y="428250"/>
            <a:ext cx="6781800" cy="474712"/>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IN" sz="3200" b="1" dirty="0">
                <a:latin typeface="Times New Roman" panose="02020603050405020304" pitchFamily="18" charset="0"/>
                <a:cs typeface="Times New Roman" panose="02020603050405020304" pitchFamily="18" charset="0"/>
              </a:rPr>
              <a:t>CONCLUSION &amp; FUTURE SCOPE</a:t>
            </a:r>
          </a:p>
        </p:txBody>
      </p:sp>
      <p:sp>
        <p:nvSpPr>
          <p:cNvPr id="122" name="Google Shape;122;p19"/>
          <p:cNvSpPr txBox="1">
            <a:spLocks noGrp="1"/>
          </p:cNvSpPr>
          <p:nvPr>
            <p:ph type="body" idx="1"/>
          </p:nvPr>
        </p:nvSpPr>
        <p:spPr>
          <a:xfrm>
            <a:off x="609600" y="1156894"/>
            <a:ext cx="7924800" cy="3332906"/>
          </a:xfrm>
          <a:prstGeom prst="rect">
            <a:avLst/>
          </a:prstGeom>
        </p:spPr>
        <p:txBody>
          <a:bodyPr spcFirstLastPara="1" wrap="square" lIns="0" tIns="0" rIns="0" bIns="0" anchor="t" anchorCtr="0">
            <a:noAutofit/>
          </a:bodyPr>
          <a:lstStyle/>
          <a:p>
            <a:pPr marL="114300" indent="0" algn="just" fontAlgn="base">
              <a:buNone/>
            </a:pPr>
            <a:r>
              <a:rPr lang="en-US" sz="1700" dirty="0">
                <a:latin typeface="Times New Roman" panose="02020603050405020304" pitchFamily="18" charset="0"/>
                <a:cs typeface="Times New Roman" panose="02020603050405020304" pitchFamily="18" charset="0"/>
              </a:rPr>
              <a:t>In the present work, a model to assist one to lead a healthy and longevity by resolving dietary issues is presented. Here a model is developed by identifying clinical problem and provide a suitable diet plan. The website developed provides necessary food information to diseased by providing data of the amount of calorie and the fat content present in the food item based on images. The identification of food item is carried out using CNN algorithm as it provides highest accuracy. The developed model is unique with a novel idea to prevent people from major health diseases such as diabetics, blood pressure and many more chronic diseases. In the present work calorie and fat estimation is carried out by taking few samples of fruits and vegetables. However, the work can be further extended by adding all varieties of fruits and vegetables and estimating their calorie and fat contents. Further, non-vegetarian foods may also be categorized and provided with necessary protein contents as this is also one of necessary nutrient needed for a diet plan.</a:t>
            </a:r>
          </a:p>
        </p:txBody>
      </p:sp>
      <p:sp>
        <p:nvSpPr>
          <p:cNvPr id="125" name="Google Shape;125;p19"/>
          <p:cNvSpPr txBox="1">
            <a:spLocks noGrp="1"/>
          </p:cNvSpPr>
          <p:nvPr>
            <p:ph type="sldNum" idx="12"/>
          </p:nvPr>
        </p:nvSpPr>
        <p:spPr>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06"/>
        <p:cNvGrpSpPr/>
        <p:nvPr/>
      </p:nvGrpSpPr>
      <p:grpSpPr>
        <a:xfrm>
          <a:off x="0" y="0"/>
          <a:ext cx="0" cy="0"/>
          <a:chOff x="0" y="0"/>
          <a:chExt cx="0" cy="0"/>
        </a:xfrm>
      </p:grpSpPr>
      <p:sp>
        <p:nvSpPr>
          <p:cNvPr id="307" name="Google Shape;307;p33"/>
          <p:cNvSpPr txBox="1">
            <a:spLocks noGrp="1"/>
          </p:cNvSpPr>
          <p:nvPr>
            <p:ph type="sldNum" sz="quarter" idx="12"/>
          </p:nvPr>
        </p:nvSpPr>
        <p:spPr>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23</a:t>
            </a:fld>
            <a:endParaRPr/>
          </a:p>
        </p:txBody>
      </p:sp>
      <p:sp>
        <p:nvSpPr>
          <p:cNvPr id="308" name="Google Shape;308;p33"/>
          <p:cNvSpPr txBox="1">
            <a:spLocks noGrp="1"/>
          </p:cNvSpPr>
          <p:nvPr>
            <p:ph type="ctrTitle" idx="4294967295"/>
          </p:nvPr>
        </p:nvSpPr>
        <p:spPr>
          <a:xfrm>
            <a:off x="4783138" y="1123950"/>
            <a:ext cx="4360862" cy="1160463"/>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5400" dirty="0">
                <a:solidFill>
                  <a:schemeClr val="tx1"/>
                </a:solidFill>
                <a:latin typeface="Times New Roman" panose="02020603050405020304" pitchFamily="18" charset="0"/>
                <a:cs typeface="Times New Roman" panose="02020603050405020304" pitchFamily="18" charset="0"/>
              </a:rPr>
              <a:t>THANK YOU</a:t>
            </a:r>
            <a:endParaRPr sz="5400" dirty="0">
              <a:solidFill>
                <a:schemeClr val="tx1"/>
              </a:solidFill>
              <a:latin typeface="Times New Roman" panose="02020603050405020304" pitchFamily="18" charset="0"/>
              <a:cs typeface="Times New Roman" panose="02020603050405020304" pitchFamily="18" charset="0"/>
            </a:endParaRPr>
          </a:p>
        </p:txBody>
      </p:sp>
      <p:sp>
        <p:nvSpPr>
          <p:cNvPr id="309" name="Google Shape;309;p33"/>
          <p:cNvSpPr txBox="1">
            <a:spLocks noGrp="1"/>
          </p:cNvSpPr>
          <p:nvPr>
            <p:ph type="subTitle" idx="4294967295"/>
          </p:nvPr>
        </p:nvSpPr>
        <p:spPr>
          <a:xfrm>
            <a:off x="4783138" y="2190750"/>
            <a:ext cx="4360862" cy="3151188"/>
          </a:xfrm>
          <a:prstGeom prst="rect">
            <a:avLst/>
          </a:prstGeom>
        </p:spPr>
        <p:txBody>
          <a:bodyPr spcFirstLastPara="1" wrap="square" lIns="0" tIns="0" rIns="0" bIns="0" anchor="t" anchorCtr="0">
            <a:noAutofit/>
          </a:bodyPr>
          <a:lstStyle/>
          <a:p>
            <a:pPr marL="0" lvl="0" indent="0" algn="l" rtl="0">
              <a:spcBef>
                <a:spcPts val="600"/>
              </a:spcBef>
              <a:spcAft>
                <a:spcPts val="0"/>
              </a:spcAft>
              <a:buNone/>
            </a:pPr>
            <a:r>
              <a:rPr lang="en" sz="3200" b="1">
                <a:latin typeface="Times New Roman" panose="02020603050405020304" pitchFamily="18" charset="0"/>
                <a:ea typeface="Titillium Web"/>
                <a:cs typeface="Times New Roman" panose="02020603050405020304" pitchFamily="18" charset="0"/>
                <a:sym typeface="Titillium Web"/>
              </a:rPr>
              <a:t>Any </a:t>
            </a:r>
            <a:r>
              <a:rPr lang="en-IN" sz="3200" b="1">
                <a:latin typeface="Times New Roman" panose="02020603050405020304" pitchFamily="18" charset="0"/>
                <a:ea typeface="Titillium Web"/>
                <a:cs typeface="Times New Roman" panose="02020603050405020304" pitchFamily="18" charset="0"/>
                <a:sym typeface="Titillium Web"/>
              </a:rPr>
              <a:t>queries</a:t>
            </a:r>
            <a:r>
              <a:rPr lang="en" sz="3200" b="1" dirty="0">
                <a:latin typeface="Times New Roman" panose="02020603050405020304" pitchFamily="18" charset="0"/>
                <a:ea typeface="Titillium Web"/>
                <a:cs typeface="Times New Roman" panose="02020603050405020304" pitchFamily="18" charset="0"/>
                <a:sym typeface="Titillium Web"/>
              </a:rPr>
              <a:t>?</a:t>
            </a:r>
          </a:p>
          <a:p>
            <a:pPr marL="0" lvl="0" indent="0" algn="l" rtl="0">
              <a:spcBef>
                <a:spcPts val="600"/>
              </a:spcBef>
              <a:spcAft>
                <a:spcPts val="0"/>
              </a:spcAft>
              <a:buNone/>
            </a:pPr>
            <a:endParaRPr lang="en" b="1" dirty="0">
              <a:latin typeface="Titillium Web"/>
              <a:sym typeface="Titillium Web"/>
            </a:endParaRPr>
          </a:p>
          <a:p>
            <a:pPr marL="0" lvl="0" indent="0" algn="l" rtl="0">
              <a:spcBef>
                <a:spcPts val="600"/>
              </a:spcBef>
              <a:spcAft>
                <a:spcPts val="0"/>
              </a:spcAft>
              <a:buNone/>
            </a:pPr>
            <a:endParaRPr dirty="0"/>
          </a:p>
        </p:txBody>
      </p:sp>
    </p:spTree>
  </p:cSld>
  <p:clrMapOvr>
    <a:masterClrMapping/>
  </p:clrMapOvr>
</p:sld>
</file>

<file path=ppt/theme/_rels/them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7_Office Theme">
  <a:themeElements>
    <a:clrScheme name="ThemeBMC">
      <a:dk1>
        <a:srgbClr val="000000"/>
      </a:dk1>
      <a:lt1>
        <a:srgbClr val="FFFFFF"/>
      </a:lt1>
      <a:dk2>
        <a:srgbClr val="1F497D"/>
      </a:dk2>
      <a:lt2>
        <a:srgbClr val="EEECE1"/>
      </a:lt2>
      <a:accent1>
        <a:srgbClr val="0779B7"/>
      </a:accent1>
      <a:accent2>
        <a:srgbClr val="019ADD"/>
      </a:accent2>
      <a:accent3>
        <a:srgbClr val="6BC2ED"/>
      </a:accent3>
      <a:accent4>
        <a:srgbClr val="A7CCDF"/>
      </a:accent4>
      <a:accent5>
        <a:srgbClr val="595959"/>
      </a:accent5>
      <a:accent6>
        <a:srgbClr val="3F3F3F"/>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5584</TotalTime>
  <Words>3884</Words>
  <Application>Microsoft Office PowerPoint</Application>
  <PresentationFormat>On-screen Show (16:9)</PresentationFormat>
  <Paragraphs>116</Paragraphs>
  <Slides>23</Slides>
  <Notes>8</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23</vt:i4>
      </vt:variant>
    </vt:vector>
  </HeadingPairs>
  <TitlesOfParts>
    <vt:vector size="33" baseType="lpstr">
      <vt:lpstr>Arial</vt:lpstr>
      <vt:lpstr>Titillium Web</vt:lpstr>
      <vt:lpstr>Times New Roman</vt:lpstr>
      <vt:lpstr>Symbol</vt:lpstr>
      <vt:lpstr>Barlow Light</vt:lpstr>
      <vt:lpstr>Calibri</vt:lpstr>
      <vt:lpstr>Wingdings</vt:lpstr>
      <vt:lpstr>Garamond</vt:lpstr>
      <vt:lpstr>7_Office Theme</vt:lpstr>
      <vt:lpstr>Organic</vt:lpstr>
      <vt:lpstr>CAPSTONE PROJECT      TEAM –93                                                                                                                                                                                                                                                                                                                                                                                                                                                                                                                                                                                                                                                                                                                                                                                                                                                                                                                                                                                                                                                                                                                                                                                                                                                                                                                                                                                                                                                                                                                                                                                                                                                                                                                                                                                                                                                                                                                                                                                                                                                                                                                                                                                                                                                                                                                                                                                                                                                                                                                                                                                                                                                                                Electronics &amp; Communication Engineering</vt:lpstr>
      <vt:lpstr>TITLE: Calorie Estimation Using Deep Learning for Dietary Images.</vt:lpstr>
      <vt:lpstr>PRESENTATION FLOW</vt:lpstr>
      <vt:lpstr>INTRODUCTION</vt:lpstr>
      <vt:lpstr>Literature Review</vt:lpstr>
      <vt:lpstr>PROBLEM STATEMENT</vt:lpstr>
      <vt:lpstr>REQUIREMENTS</vt:lpstr>
      <vt:lpstr>PowerPoint Presentation</vt:lpstr>
      <vt:lpstr>METHODLOGY</vt:lpstr>
      <vt:lpstr>DATA Collection</vt:lpstr>
      <vt:lpstr>-Data Pre-Processing</vt:lpstr>
      <vt:lpstr>Feature extraction &amp; classification</vt:lpstr>
      <vt:lpstr>MobileNetV2</vt:lpstr>
      <vt:lpstr>PowerPoint Presentation</vt:lpstr>
      <vt:lpstr>Calorie &amp; Fat Content Extraction</vt:lpstr>
      <vt:lpstr>PowerPoint Presentation</vt:lpstr>
      <vt:lpstr>PowerPoint Presentation</vt:lpstr>
      <vt:lpstr>Model Deployment</vt:lpstr>
      <vt:lpstr>RESULTS:</vt:lpstr>
      <vt:lpstr>PowerPoint Presentation</vt:lpstr>
      <vt:lpstr>PowerPoint Presentation</vt:lpstr>
      <vt:lpstr>CONCLUSION &amp; FUTURE SCOPE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PROJECT REVIEW TEAM – 5      ARTIFICIAL INTELLIGENCE ( AI )</dc:title>
  <dc:creator>dayaala joshitha</dc:creator>
  <cp:lastModifiedBy>Aman Sami Ur Rahman Mohammed</cp:lastModifiedBy>
  <cp:revision>223</cp:revision>
  <dcterms:modified xsi:type="dcterms:W3CDTF">2024-11-18T15:48:38Z</dcterms:modified>
</cp:coreProperties>
</file>